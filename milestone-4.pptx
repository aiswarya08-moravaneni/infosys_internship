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1DBD99-3C18-4F9B-9CB0-01CDD467D550}" v="162" dt="2026-03-06T14:44:56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warya Lakshmi Moravaneni" userId="8bd20491d4af265d" providerId="LiveId" clId="{39E3F066-C97A-400C-9E37-AF9E563F03D5}"/>
    <pc:docChg chg="undo redo custSel addSld delSld modSld sldOrd">
      <pc:chgData name="Aiswarya Lakshmi Moravaneni" userId="8bd20491d4af265d" providerId="LiveId" clId="{39E3F066-C97A-400C-9E37-AF9E563F03D5}" dt="2026-03-06T14:53:37.176" v="575"/>
      <pc:docMkLst>
        <pc:docMk/>
      </pc:docMkLst>
      <pc:sldChg chg="modSp">
        <pc:chgData name="Aiswarya Lakshmi Moravaneni" userId="8bd20491d4af265d" providerId="LiveId" clId="{39E3F066-C97A-400C-9E37-AF9E563F03D5}" dt="2026-03-06T14:44:15.236" v="510"/>
        <pc:sldMkLst>
          <pc:docMk/>
          <pc:sldMk cId="2391445960" sldId="256"/>
        </pc:sldMkLst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2391445960" sldId="256"/>
            <ac:spMk id="2" creationId="{F84686A8-DFF0-20B0-CD0D-95A00A60351F}"/>
          </ac:spMkLst>
        </pc:spChg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2391445960" sldId="256"/>
            <ac:spMk id="3" creationId="{D3852620-156C-E16A-F705-18A504B9EA04}"/>
          </ac:spMkLst>
        </pc:spChg>
      </pc:sldChg>
      <pc:sldChg chg="modSp mod">
        <pc:chgData name="Aiswarya Lakshmi Moravaneni" userId="8bd20491d4af265d" providerId="LiveId" clId="{39E3F066-C97A-400C-9E37-AF9E563F03D5}" dt="2026-03-06T14:44:15.236" v="510"/>
        <pc:sldMkLst>
          <pc:docMk/>
          <pc:sldMk cId="2221122101" sldId="257"/>
        </pc:sldMkLst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2221122101" sldId="257"/>
            <ac:spMk id="2" creationId="{9B218B0C-A859-BB76-9003-6F70B0FF1212}"/>
          </ac:spMkLst>
        </pc:spChg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2221122101" sldId="257"/>
            <ac:spMk id="3" creationId="{DAC5EEC6-064D-EC54-A7AE-B4E1A1D24CB5}"/>
          </ac:spMkLst>
        </pc:spChg>
      </pc:sldChg>
      <pc:sldChg chg="addSp delSp modSp mod delAnim">
        <pc:chgData name="Aiswarya Lakshmi Moravaneni" userId="8bd20491d4af265d" providerId="LiveId" clId="{39E3F066-C97A-400C-9E37-AF9E563F03D5}" dt="2026-03-06T14:42:42.931" v="505" actId="1076"/>
        <pc:sldMkLst>
          <pc:docMk/>
          <pc:sldMk cId="246953022" sldId="258"/>
        </pc:sldMkLst>
        <pc:spChg chg="del mod">
          <ac:chgData name="Aiswarya Lakshmi Moravaneni" userId="8bd20491d4af265d" providerId="LiveId" clId="{39E3F066-C97A-400C-9E37-AF9E563F03D5}" dt="2026-03-06T13:45:59.106" v="65" actId="21"/>
          <ac:spMkLst>
            <pc:docMk/>
            <pc:sldMk cId="246953022" sldId="258"/>
            <ac:spMk id="2" creationId="{C00690A3-F3E8-49A7-9A64-D78A1B3228DD}"/>
          </ac:spMkLst>
        </pc:spChg>
        <pc:spChg chg="mod">
          <ac:chgData name="Aiswarya Lakshmi Moravaneni" userId="8bd20491d4af265d" providerId="LiveId" clId="{39E3F066-C97A-400C-9E37-AF9E563F03D5}" dt="2026-03-06T14:42:42.931" v="505" actId="1076"/>
          <ac:spMkLst>
            <pc:docMk/>
            <pc:sldMk cId="246953022" sldId="258"/>
            <ac:spMk id="3" creationId="{A821726E-0140-C3D5-6B5D-FCD1D8F3F2DA}"/>
          </ac:spMkLst>
        </pc:spChg>
        <pc:spChg chg="mod">
          <ac:chgData name="Aiswarya Lakshmi Moravaneni" userId="8bd20491d4af265d" providerId="LiveId" clId="{39E3F066-C97A-400C-9E37-AF9E563F03D5}" dt="2026-03-06T14:42:31.824" v="503" actId="1076"/>
          <ac:spMkLst>
            <pc:docMk/>
            <pc:sldMk cId="246953022" sldId="258"/>
            <ac:spMk id="4" creationId="{0E6A3721-254D-07A8-29F6-77200E42E783}"/>
          </ac:spMkLst>
        </pc:spChg>
        <pc:spChg chg="add mod">
          <ac:chgData name="Aiswarya Lakshmi Moravaneni" userId="8bd20491d4af265d" providerId="LiveId" clId="{39E3F066-C97A-400C-9E37-AF9E563F03D5}" dt="2026-03-06T14:42:28.019" v="502" actId="1076"/>
          <ac:spMkLst>
            <pc:docMk/>
            <pc:sldMk cId="246953022" sldId="258"/>
            <ac:spMk id="6" creationId="{8E6537B1-FFDD-534B-E61B-2C70CE256CF8}"/>
          </ac:spMkLst>
        </pc:spChg>
      </pc:sldChg>
      <pc:sldChg chg="modSp mod">
        <pc:chgData name="Aiswarya Lakshmi Moravaneni" userId="8bd20491d4af265d" providerId="LiveId" clId="{39E3F066-C97A-400C-9E37-AF9E563F03D5}" dt="2026-03-06T14:44:15.236" v="510"/>
        <pc:sldMkLst>
          <pc:docMk/>
          <pc:sldMk cId="3685037614" sldId="259"/>
        </pc:sldMkLst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3685037614" sldId="259"/>
            <ac:spMk id="2" creationId="{FD4ED220-F6D1-E492-5EE4-93B11EAD6E8D}"/>
          </ac:spMkLst>
        </pc:spChg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3685037614" sldId="259"/>
            <ac:spMk id="3" creationId="{048C95C0-579C-A63B-EFBA-2F90CAC8D2CD}"/>
          </ac:spMkLst>
        </pc:spChg>
      </pc:sldChg>
      <pc:sldChg chg="addSp modSp mod">
        <pc:chgData name="Aiswarya Lakshmi Moravaneni" userId="8bd20491d4af265d" providerId="LiveId" clId="{39E3F066-C97A-400C-9E37-AF9E563F03D5}" dt="2026-03-06T14:48:31.296" v="553" actId="122"/>
        <pc:sldMkLst>
          <pc:docMk/>
          <pc:sldMk cId="1993449457" sldId="260"/>
        </pc:sldMkLst>
        <pc:spChg chg="mod">
          <ac:chgData name="Aiswarya Lakshmi Moravaneni" userId="8bd20491d4af265d" providerId="LiveId" clId="{39E3F066-C97A-400C-9E37-AF9E563F03D5}" dt="2026-03-06T14:48:31.296" v="553" actId="122"/>
          <ac:spMkLst>
            <pc:docMk/>
            <pc:sldMk cId="1993449457" sldId="260"/>
            <ac:spMk id="2" creationId="{68F11F46-CD04-8795-8B31-D3199D3E5A4D}"/>
          </ac:spMkLst>
        </pc:spChg>
        <pc:spChg chg="mod">
          <ac:chgData name="Aiswarya Lakshmi Moravaneni" userId="8bd20491d4af265d" providerId="LiveId" clId="{39E3F066-C97A-400C-9E37-AF9E563F03D5}" dt="2026-03-06T14:44:15.541" v="515" actId="27636"/>
          <ac:spMkLst>
            <pc:docMk/>
            <pc:sldMk cId="1993449457" sldId="260"/>
            <ac:spMk id="3" creationId="{CD3AF2CA-7165-78C5-31AE-CCEA225FC958}"/>
          </ac:spMkLst>
        </pc:spChg>
        <pc:spChg chg="mod">
          <ac:chgData name="Aiswarya Lakshmi Moravaneni" userId="8bd20491d4af265d" providerId="LiveId" clId="{39E3F066-C97A-400C-9E37-AF9E563F03D5}" dt="2026-03-06T14:44:15.561" v="518" actId="27636"/>
          <ac:spMkLst>
            <pc:docMk/>
            <pc:sldMk cId="1993449457" sldId="260"/>
            <ac:spMk id="4" creationId="{76EDFE60-02D2-C5A9-59EE-F289952BD034}"/>
          </ac:spMkLst>
        </pc:spChg>
        <pc:spChg chg="mod">
          <ac:chgData name="Aiswarya Lakshmi Moravaneni" userId="8bd20491d4af265d" providerId="LiveId" clId="{39E3F066-C97A-400C-9E37-AF9E563F03D5}" dt="2026-03-06T14:44:15.545" v="516" actId="27636"/>
          <ac:spMkLst>
            <pc:docMk/>
            <pc:sldMk cId="1993449457" sldId="260"/>
            <ac:spMk id="5" creationId="{4A8D6155-83F3-0242-033D-432FB3FE94BE}"/>
          </ac:spMkLst>
        </pc:spChg>
        <pc:spChg chg="mod">
          <ac:chgData name="Aiswarya Lakshmi Moravaneni" userId="8bd20491d4af265d" providerId="LiveId" clId="{39E3F066-C97A-400C-9E37-AF9E563F03D5}" dt="2026-03-06T14:44:15.557" v="517" actId="27636"/>
          <ac:spMkLst>
            <pc:docMk/>
            <pc:sldMk cId="1993449457" sldId="260"/>
            <ac:spMk id="6" creationId="{80556E3C-A2B7-DAC8-8359-CF53F64CDE53}"/>
          </ac:spMkLst>
        </pc:spChg>
        <pc:picChg chg="add mod">
          <ac:chgData name="Aiswarya Lakshmi Moravaneni" userId="8bd20491d4af265d" providerId="LiveId" clId="{39E3F066-C97A-400C-9E37-AF9E563F03D5}" dt="2026-03-06T13:25:16.402" v="25" actId="1076"/>
          <ac:picMkLst>
            <pc:docMk/>
            <pc:sldMk cId="1993449457" sldId="260"/>
            <ac:picMk id="1026" creationId="{63AB056F-09AD-7ECA-1055-B66096964A4F}"/>
          </ac:picMkLst>
        </pc:picChg>
      </pc:sldChg>
      <pc:sldChg chg="modSp del mod">
        <pc:chgData name="Aiswarya Lakshmi Moravaneni" userId="8bd20491d4af265d" providerId="LiveId" clId="{39E3F066-C97A-400C-9E37-AF9E563F03D5}" dt="2026-03-06T12:57:04.346" v="7" actId="2696"/>
        <pc:sldMkLst>
          <pc:docMk/>
          <pc:sldMk cId="3183802" sldId="261"/>
        </pc:sldMkLst>
        <pc:spChg chg="mod">
          <ac:chgData name="Aiswarya Lakshmi Moravaneni" userId="8bd20491d4af265d" providerId="LiveId" clId="{39E3F066-C97A-400C-9E37-AF9E563F03D5}" dt="2026-03-06T12:53:57.951" v="0" actId="14100"/>
          <ac:spMkLst>
            <pc:docMk/>
            <pc:sldMk cId="3183802" sldId="261"/>
            <ac:spMk id="3" creationId="{157EFE83-3B93-FCD0-EED4-745A7BC25C71}"/>
          </ac:spMkLst>
        </pc:spChg>
      </pc:sldChg>
      <pc:sldChg chg="addSp delSp modSp new mod">
        <pc:chgData name="Aiswarya Lakshmi Moravaneni" userId="8bd20491d4af265d" providerId="LiveId" clId="{39E3F066-C97A-400C-9E37-AF9E563F03D5}" dt="2026-03-06T14:44:15.571" v="519" actId="27636"/>
        <pc:sldMkLst>
          <pc:docMk/>
          <pc:sldMk cId="2263421344" sldId="262"/>
        </pc:sldMkLst>
        <pc:spChg chg="mod">
          <ac:chgData name="Aiswarya Lakshmi Moravaneni" userId="8bd20491d4af265d" providerId="LiveId" clId="{39E3F066-C97A-400C-9E37-AF9E563F03D5}" dt="2026-03-06T14:44:15.571" v="519" actId="27636"/>
          <ac:spMkLst>
            <pc:docMk/>
            <pc:sldMk cId="2263421344" sldId="262"/>
            <ac:spMk id="2" creationId="{9AD9AC71-A7CB-89A3-8FC3-293056832982}"/>
          </ac:spMkLst>
        </pc:spChg>
        <pc:spChg chg="del">
          <ac:chgData name="Aiswarya Lakshmi Moravaneni" userId="8bd20491d4af265d" providerId="LiveId" clId="{39E3F066-C97A-400C-9E37-AF9E563F03D5}" dt="2026-03-06T12:56:42.756" v="6"/>
          <ac:spMkLst>
            <pc:docMk/>
            <pc:sldMk cId="2263421344" sldId="262"/>
            <ac:spMk id="3" creationId="{49ED88A0-5621-3BE8-92B9-C78232B92B61}"/>
          </ac:spMkLst>
        </pc:spChg>
        <pc:spChg chg="mod">
          <ac:chgData name="Aiswarya Lakshmi Moravaneni" userId="8bd20491d4af265d" providerId="LiveId" clId="{39E3F066-C97A-400C-9E37-AF9E563F03D5}" dt="2026-03-06T14:28:51.736" v="421" actId="27636"/>
          <ac:spMkLst>
            <pc:docMk/>
            <pc:sldMk cId="2263421344" sldId="262"/>
            <ac:spMk id="4" creationId="{41C25598-9CA9-7A94-2D37-70CFDDFA423F}"/>
          </ac:spMkLst>
        </pc:spChg>
        <pc:picChg chg="add mod">
          <ac:chgData name="Aiswarya Lakshmi Moravaneni" userId="8bd20491d4af265d" providerId="LiveId" clId="{39E3F066-C97A-400C-9E37-AF9E563F03D5}" dt="2026-03-06T14:44:15.236" v="510"/>
          <ac:picMkLst>
            <pc:docMk/>
            <pc:sldMk cId="2263421344" sldId="262"/>
            <ac:picMk id="5" creationId="{E1E56FB7-31C6-D4E0-F7DE-83A21EA55027}"/>
          </ac:picMkLst>
        </pc:picChg>
      </pc:sldChg>
      <pc:sldChg chg="addSp delSp modSp new mod">
        <pc:chgData name="Aiswarya Lakshmi Moravaneni" userId="8bd20491d4af265d" providerId="LiveId" clId="{39E3F066-C97A-400C-9E37-AF9E563F03D5}" dt="2026-03-06T14:50:19.656" v="573" actId="1076"/>
        <pc:sldMkLst>
          <pc:docMk/>
          <pc:sldMk cId="3070386333" sldId="263"/>
        </pc:sldMkLst>
        <pc:spChg chg="mod">
          <ac:chgData name="Aiswarya Lakshmi Moravaneni" userId="8bd20491d4af265d" providerId="LiveId" clId="{39E3F066-C97A-400C-9E37-AF9E563F03D5}" dt="2026-03-06T13:47:56.071" v="101"/>
          <ac:spMkLst>
            <pc:docMk/>
            <pc:sldMk cId="3070386333" sldId="263"/>
            <ac:spMk id="2" creationId="{DB2DBF4A-5502-EB2C-68B7-4A2CCC0A467A}"/>
          </ac:spMkLst>
        </pc:spChg>
        <pc:spChg chg="del mod">
          <ac:chgData name="Aiswarya Lakshmi Moravaneni" userId="8bd20491d4af265d" providerId="LiveId" clId="{39E3F066-C97A-400C-9E37-AF9E563F03D5}" dt="2026-03-06T13:32:20.334" v="33" actId="22"/>
          <ac:spMkLst>
            <pc:docMk/>
            <pc:sldMk cId="3070386333" sldId="263"/>
            <ac:spMk id="3" creationId="{04AA99F3-5AA8-4047-9017-6DCECBC60438}"/>
          </ac:spMkLst>
        </pc:spChg>
        <pc:spChg chg="mod">
          <ac:chgData name="Aiswarya Lakshmi Moravaneni" userId="8bd20491d4af265d" providerId="LiveId" clId="{39E3F066-C97A-400C-9E37-AF9E563F03D5}" dt="2026-03-06T14:50:19.656" v="573" actId="1076"/>
          <ac:spMkLst>
            <pc:docMk/>
            <pc:sldMk cId="3070386333" sldId="263"/>
            <ac:spMk id="4" creationId="{C111DB23-87F8-7114-CDC9-F3C9317599F2}"/>
          </ac:spMkLst>
        </pc:spChg>
        <pc:picChg chg="add mod ord modCrop">
          <ac:chgData name="Aiswarya Lakshmi Moravaneni" userId="8bd20491d4af265d" providerId="LiveId" clId="{39E3F066-C97A-400C-9E37-AF9E563F03D5}" dt="2026-03-06T14:28:09.922" v="396" actId="1076"/>
          <ac:picMkLst>
            <pc:docMk/>
            <pc:sldMk cId="3070386333" sldId="263"/>
            <ac:picMk id="6" creationId="{CE08A884-9014-6C6A-769D-D6A7EECE308D}"/>
          </ac:picMkLst>
        </pc:picChg>
        <pc:picChg chg="add">
          <ac:chgData name="Aiswarya Lakshmi Moravaneni" userId="8bd20491d4af265d" providerId="LiveId" clId="{39E3F066-C97A-400C-9E37-AF9E563F03D5}" dt="2026-03-06T13:26:45.144" v="27"/>
          <ac:picMkLst>
            <pc:docMk/>
            <pc:sldMk cId="3070386333" sldId="263"/>
            <ac:picMk id="2050" creationId="{1C022C2E-3AC9-3C3A-6CD8-3B5250B76161}"/>
          </ac:picMkLst>
        </pc:picChg>
      </pc:sldChg>
      <pc:sldChg chg="modSp new mod">
        <pc:chgData name="Aiswarya Lakshmi Moravaneni" userId="8bd20491d4af265d" providerId="LiveId" clId="{39E3F066-C97A-400C-9E37-AF9E563F03D5}" dt="2026-03-06T14:44:15.236" v="510"/>
        <pc:sldMkLst>
          <pc:docMk/>
          <pc:sldMk cId="2406821619" sldId="264"/>
        </pc:sldMkLst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2406821619" sldId="264"/>
            <ac:spMk id="2" creationId="{D557F14F-7A7F-2944-90FA-7E15AB0A4EEE}"/>
          </ac:spMkLst>
        </pc:spChg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2406821619" sldId="264"/>
            <ac:spMk id="3" creationId="{20C5D4D9-292F-52BD-4EC8-DAFD0F8401B3}"/>
          </ac:spMkLst>
        </pc:spChg>
      </pc:sldChg>
      <pc:sldChg chg="addSp delSp modSp new mod">
        <pc:chgData name="Aiswarya Lakshmi Moravaneni" userId="8bd20491d4af265d" providerId="LiveId" clId="{39E3F066-C97A-400C-9E37-AF9E563F03D5}" dt="2026-03-06T14:50:03.610" v="572" actId="27636"/>
        <pc:sldMkLst>
          <pc:docMk/>
          <pc:sldMk cId="515763324" sldId="265"/>
        </pc:sldMkLst>
        <pc:spChg chg="mod">
          <ac:chgData name="Aiswarya Lakshmi Moravaneni" userId="8bd20491d4af265d" providerId="LiveId" clId="{39E3F066-C97A-400C-9E37-AF9E563F03D5}" dt="2026-03-06T14:49:58.251" v="570" actId="1076"/>
          <ac:spMkLst>
            <pc:docMk/>
            <pc:sldMk cId="515763324" sldId="265"/>
            <ac:spMk id="2" creationId="{97A3A2FD-866B-4BF3-2837-00894306E0AB}"/>
          </ac:spMkLst>
        </pc:spChg>
        <pc:spChg chg="del">
          <ac:chgData name="Aiswarya Lakshmi Moravaneni" userId="8bd20491d4af265d" providerId="LiveId" clId="{39E3F066-C97A-400C-9E37-AF9E563F03D5}" dt="2026-03-06T13:51:07.320" v="112" actId="22"/>
          <ac:spMkLst>
            <pc:docMk/>
            <pc:sldMk cId="515763324" sldId="265"/>
            <ac:spMk id="3" creationId="{A0A0EE43-F910-D2DE-7DB2-6EF3FA98EB9C}"/>
          </ac:spMkLst>
        </pc:spChg>
        <pc:spChg chg="mod">
          <ac:chgData name="Aiswarya Lakshmi Moravaneni" userId="8bd20491d4af265d" providerId="LiveId" clId="{39E3F066-C97A-400C-9E37-AF9E563F03D5}" dt="2026-03-06T14:50:03.610" v="572" actId="27636"/>
          <ac:spMkLst>
            <pc:docMk/>
            <pc:sldMk cId="515763324" sldId="265"/>
            <ac:spMk id="4" creationId="{32E3F66D-192D-DB0B-2EE8-B3D157739998}"/>
          </ac:spMkLst>
        </pc:spChg>
        <pc:spChg chg="add del mod">
          <ac:chgData name="Aiswarya Lakshmi Moravaneni" userId="8bd20491d4af265d" providerId="LiveId" clId="{39E3F066-C97A-400C-9E37-AF9E563F03D5}" dt="2026-03-06T14:04:29.179" v="160"/>
          <ac:spMkLst>
            <pc:docMk/>
            <pc:sldMk cId="515763324" sldId="265"/>
            <ac:spMk id="9" creationId="{9009101E-A204-D650-BE30-2C7996F2E735}"/>
          </ac:spMkLst>
        </pc:spChg>
        <pc:spChg chg="add del mod">
          <ac:chgData name="Aiswarya Lakshmi Moravaneni" userId="8bd20491d4af265d" providerId="LiveId" clId="{39E3F066-C97A-400C-9E37-AF9E563F03D5}" dt="2026-03-06T14:04:46.241" v="167"/>
          <ac:spMkLst>
            <pc:docMk/>
            <pc:sldMk cId="515763324" sldId="265"/>
            <ac:spMk id="10" creationId="{B1B80EC4-6912-8AA2-BD80-F28A80C1924E}"/>
          </ac:spMkLst>
        </pc:spChg>
        <pc:spChg chg="add mod">
          <ac:chgData name="Aiswarya Lakshmi Moravaneni" userId="8bd20491d4af265d" providerId="LiveId" clId="{39E3F066-C97A-400C-9E37-AF9E563F03D5}" dt="2026-03-06T14:04:46.223" v="166"/>
          <ac:spMkLst>
            <pc:docMk/>
            <pc:sldMk cId="515763324" sldId="265"/>
            <ac:spMk id="11" creationId="{C1C18A05-0070-5BBA-3481-5E06AF4C4C23}"/>
          </ac:spMkLst>
        </pc:spChg>
        <pc:spChg chg="add del mod">
          <ac:chgData name="Aiswarya Lakshmi Moravaneni" userId="8bd20491d4af265d" providerId="LiveId" clId="{39E3F066-C97A-400C-9E37-AF9E563F03D5}" dt="2026-03-06T14:10:21.890" v="195" actId="21"/>
          <ac:spMkLst>
            <pc:docMk/>
            <pc:sldMk cId="515763324" sldId="265"/>
            <ac:spMk id="15" creationId="{320A6ABF-8290-5C9C-3048-F987EC079B23}"/>
          </ac:spMkLst>
        </pc:spChg>
        <pc:picChg chg="add del mod ord modCrop">
          <ac:chgData name="Aiswarya Lakshmi Moravaneni" userId="8bd20491d4af265d" providerId="LiveId" clId="{39E3F066-C97A-400C-9E37-AF9E563F03D5}" dt="2026-03-06T14:04:17.105" v="159" actId="21"/>
          <ac:picMkLst>
            <pc:docMk/>
            <pc:sldMk cId="515763324" sldId="265"/>
            <ac:picMk id="6" creationId="{0DDBFF36-B8D4-DE9E-F23F-04F1BBDFB5C4}"/>
          </ac:picMkLst>
        </pc:picChg>
        <pc:picChg chg="add mod">
          <ac:chgData name="Aiswarya Lakshmi Moravaneni" userId="8bd20491d4af265d" providerId="LiveId" clId="{39E3F066-C97A-400C-9E37-AF9E563F03D5}" dt="2026-03-06T14:01:42.492" v="140"/>
          <ac:picMkLst>
            <pc:docMk/>
            <pc:sldMk cId="515763324" sldId="265"/>
            <ac:picMk id="7" creationId="{EC8CDCBA-0CB4-3A76-EF88-F13D8D1F6D0B}"/>
          </ac:picMkLst>
        </pc:picChg>
        <pc:picChg chg="add del mod modCrop">
          <ac:chgData name="Aiswarya Lakshmi Moravaneni" userId="8bd20491d4af265d" providerId="LiveId" clId="{39E3F066-C97A-400C-9E37-AF9E563F03D5}" dt="2026-03-06T14:10:15.281" v="193" actId="21"/>
          <ac:picMkLst>
            <pc:docMk/>
            <pc:sldMk cId="515763324" sldId="265"/>
            <ac:picMk id="12" creationId="{C385C037-91EE-1DC6-B92A-078A4DE06ED8}"/>
          </ac:picMkLst>
        </pc:picChg>
        <pc:picChg chg="add mod">
          <ac:chgData name="Aiswarya Lakshmi Moravaneni" userId="8bd20491d4af265d" providerId="LiveId" clId="{39E3F066-C97A-400C-9E37-AF9E563F03D5}" dt="2026-03-06T14:10:28.727" v="196" actId="1076"/>
          <ac:picMkLst>
            <pc:docMk/>
            <pc:sldMk cId="515763324" sldId="265"/>
            <ac:picMk id="13" creationId="{2B2EFE92-D731-744B-AE24-AB439B1E4C9D}"/>
          </ac:picMkLst>
        </pc:picChg>
      </pc:sldChg>
      <pc:sldChg chg="addSp delSp modSp add mod ord">
        <pc:chgData name="Aiswarya Lakshmi Moravaneni" userId="8bd20491d4af265d" providerId="LiveId" clId="{39E3F066-C97A-400C-9E37-AF9E563F03D5}" dt="2026-03-06T14:53:37.176" v="575"/>
        <pc:sldMkLst>
          <pc:docMk/>
          <pc:sldMk cId="2296938631" sldId="266"/>
        </pc:sldMkLst>
        <pc:spChg chg="mod">
          <ac:chgData name="Aiswarya Lakshmi Moravaneni" userId="8bd20491d4af265d" providerId="LiveId" clId="{39E3F066-C97A-400C-9E37-AF9E563F03D5}" dt="2026-03-06T14:49:14.573" v="561" actId="1076"/>
          <ac:spMkLst>
            <pc:docMk/>
            <pc:sldMk cId="2296938631" sldId="266"/>
            <ac:spMk id="2" creationId="{CF078399-BB25-8A4A-D481-7759BC0A754E}"/>
          </ac:spMkLst>
        </pc:spChg>
        <pc:spChg chg="add mod">
          <ac:chgData name="Aiswarya Lakshmi Moravaneni" userId="8bd20491d4af265d" providerId="LiveId" clId="{39E3F066-C97A-400C-9E37-AF9E563F03D5}" dt="2026-03-06T14:03:55.646" v="152" actId="14100"/>
          <ac:spMkLst>
            <pc:docMk/>
            <pc:sldMk cId="2296938631" sldId="266"/>
            <ac:spMk id="3" creationId="{CE01F704-5D09-5141-4B6E-364421C49A04}"/>
          </ac:spMkLst>
        </pc:spChg>
        <pc:spChg chg="mod">
          <ac:chgData name="Aiswarya Lakshmi Moravaneni" userId="8bd20491d4af265d" providerId="LiveId" clId="{39E3F066-C97A-400C-9E37-AF9E563F03D5}" dt="2026-03-06T14:49:22.226" v="564" actId="27636"/>
          <ac:spMkLst>
            <pc:docMk/>
            <pc:sldMk cId="2296938631" sldId="266"/>
            <ac:spMk id="4" creationId="{8D6A320A-ABE4-B27A-C6AD-415422BF98EF}"/>
          </ac:spMkLst>
        </pc:spChg>
        <pc:spChg chg="add">
          <ac:chgData name="Aiswarya Lakshmi Moravaneni" userId="8bd20491d4af265d" providerId="LiveId" clId="{39E3F066-C97A-400C-9E37-AF9E563F03D5}" dt="2026-03-06T14:03:52.936" v="151"/>
          <ac:spMkLst>
            <pc:docMk/>
            <pc:sldMk cId="2296938631" sldId="266"/>
            <ac:spMk id="5" creationId="{359EFC05-4051-112A-7A69-F83B5837CBFF}"/>
          </ac:spMkLst>
        </pc:spChg>
        <pc:spChg chg="add del mod">
          <ac:chgData name="Aiswarya Lakshmi Moravaneni" userId="8bd20491d4af265d" providerId="LiveId" clId="{39E3F066-C97A-400C-9E37-AF9E563F03D5}" dt="2026-03-06T14:10:43.842" v="198" actId="21"/>
          <ac:spMkLst>
            <pc:docMk/>
            <pc:sldMk cId="2296938631" sldId="266"/>
            <ac:spMk id="9" creationId="{DE577C4E-755F-3BE7-48B1-6918B48854E8}"/>
          </ac:spMkLst>
        </pc:spChg>
        <pc:spChg chg="add mod">
          <ac:chgData name="Aiswarya Lakshmi Moravaneni" userId="8bd20491d4af265d" providerId="LiveId" clId="{39E3F066-C97A-400C-9E37-AF9E563F03D5}" dt="2026-03-06T14:11:25.230" v="200"/>
          <ac:spMkLst>
            <pc:docMk/>
            <pc:sldMk cId="2296938631" sldId="266"/>
            <ac:spMk id="10" creationId="{DE577C4E-755F-3BE7-48B1-6918B48854E8}"/>
          </ac:spMkLst>
        </pc:spChg>
        <pc:picChg chg="del mod">
          <ac:chgData name="Aiswarya Lakshmi Moravaneni" userId="8bd20491d4af265d" providerId="LiveId" clId="{39E3F066-C97A-400C-9E37-AF9E563F03D5}" dt="2026-03-06T14:10:36.749" v="197" actId="21"/>
          <ac:picMkLst>
            <pc:docMk/>
            <pc:sldMk cId="2296938631" sldId="266"/>
            <ac:picMk id="6" creationId="{B8D64364-30AC-77BD-C2BC-40FA3379113A}"/>
          </ac:picMkLst>
        </pc:picChg>
        <pc:picChg chg="add mod">
          <ac:chgData name="Aiswarya Lakshmi Moravaneni" userId="8bd20491d4af265d" providerId="LiveId" clId="{39E3F066-C97A-400C-9E37-AF9E563F03D5}" dt="2026-03-06T14:10:51.166" v="199" actId="1076"/>
          <ac:picMkLst>
            <pc:docMk/>
            <pc:sldMk cId="2296938631" sldId="266"/>
            <ac:picMk id="7" creationId="{D1FFBE11-6842-0BB5-AE95-D39AB6B2CCF4}"/>
          </ac:picMkLst>
        </pc:picChg>
      </pc:sldChg>
      <pc:sldChg chg="modSp new del">
        <pc:chgData name="Aiswarya Lakshmi Moravaneni" userId="8bd20491d4af265d" providerId="LiveId" clId="{39E3F066-C97A-400C-9E37-AF9E563F03D5}" dt="2026-03-06T13:54:46.801" v="134" actId="2696"/>
        <pc:sldMkLst>
          <pc:docMk/>
          <pc:sldMk cId="2891506413" sldId="266"/>
        </pc:sldMkLst>
        <pc:spChg chg="mod">
          <ac:chgData name="Aiswarya Lakshmi Moravaneni" userId="8bd20491d4af265d" providerId="LiveId" clId="{39E3F066-C97A-400C-9E37-AF9E563F03D5}" dt="2026-03-06T13:54:13.902" v="131"/>
          <ac:spMkLst>
            <pc:docMk/>
            <pc:sldMk cId="2891506413" sldId="266"/>
            <ac:spMk id="2" creationId="{87E79D15-9D40-A5F7-7961-C3E16B041E96}"/>
          </ac:spMkLst>
        </pc:spChg>
        <pc:spChg chg="mod">
          <ac:chgData name="Aiswarya Lakshmi Moravaneni" userId="8bd20491d4af265d" providerId="LiveId" clId="{39E3F066-C97A-400C-9E37-AF9E563F03D5}" dt="2026-03-06T13:54:34.740" v="133"/>
          <ac:spMkLst>
            <pc:docMk/>
            <pc:sldMk cId="2891506413" sldId="266"/>
            <ac:spMk id="4" creationId="{3054373A-88E1-9166-66A7-ACA66050B162}"/>
          </ac:spMkLst>
        </pc:spChg>
      </pc:sldChg>
      <pc:sldChg chg="add del">
        <pc:chgData name="Aiswarya Lakshmi Moravaneni" userId="8bd20491d4af265d" providerId="LiveId" clId="{39E3F066-C97A-400C-9E37-AF9E563F03D5}" dt="2026-03-06T13:55:14.563" v="137"/>
        <pc:sldMkLst>
          <pc:docMk/>
          <pc:sldMk cId="1695783024" sldId="267"/>
        </pc:sldMkLst>
      </pc:sldChg>
      <pc:sldChg chg="addSp delSp modSp add mod">
        <pc:chgData name="Aiswarya Lakshmi Moravaneni" userId="8bd20491d4af265d" providerId="LiveId" clId="{39E3F066-C97A-400C-9E37-AF9E563F03D5}" dt="2026-03-06T14:49:03.317" v="559" actId="14100"/>
        <pc:sldMkLst>
          <pc:docMk/>
          <pc:sldMk cId="3026472643" sldId="267"/>
        </pc:sldMkLst>
        <pc:spChg chg="mod">
          <ac:chgData name="Aiswarya Lakshmi Moravaneni" userId="8bd20491d4af265d" providerId="LiveId" clId="{39E3F066-C97A-400C-9E37-AF9E563F03D5}" dt="2026-03-06T14:48:58.705" v="558" actId="1076"/>
          <ac:spMkLst>
            <pc:docMk/>
            <pc:sldMk cId="3026472643" sldId="267"/>
            <ac:spMk id="2" creationId="{9372A306-99FF-DEE3-D3E4-0B982017F958}"/>
          </ac:spMkLst>
        </pc:spChg>
        <pc:spChg chg="add">
          <ac:chgData name="Aiswarya Lakshmi Moravaneni" userId="8bd20491d4af265d" providerId="LiveId" clId="{39E3F066-C97A-400C-9E37-AF9E563F03D5}" dt="2026-03-06T14:06:42.414" v="175"/>
          <ac:spMkLst>
            <pc:docMk/>
            <pc:sldMk cId="3026472643" sldId="267"/>
            <ac:spMk id="3" creationId="{6F51B530-3EAC-A8AF-BB37-1AE63B5122B9}"/>
          </ac:spMkLst>
        </pc:spChg>
        <pc:spChg chg="mod">
          <ac:chgData name="Aiswarya Lakshmi Moravaneni" userId="8bd20491d4af265d" providerId="LiveId" clId="{39E3F066-C97A-400C-9E37-AF9E563F03D5}" dt="2026-03-06T14:49:03.317" v="559" actId="14100"/>
          <ac:spMkLst>
            <pc:docMk/>
            <pc:sldMk cId="3026472643" sldId="267"/>
            <ac:spMk id="4" creationId="{48389EED-8ECC-FE54-BEEA-A0779F8AD670}"/>
          </ac:spMkLst>
        </pc:spChg>
        <pc:spChg chg="add del mod">
          <ac:chgData name="Aiswarya Lakshmi Moravaneni" userId="8bd20491d4af265d" providerId="LiveId" clId="{39E3F066-C97A-400C-9E37-AF9E563F03D5}" dt="2026-03-06T14:07:14.582" v="181" actId="21"/>
          <ac:spMkLst>
            <pc:docMk/>
            <pc:sldMk cId="3026472643" sldId="267"/>
            <ac:spMk id="8" creationId="{4853ECC3-7869-DCF8-4436-41162D9BEC48}"/>
          </ac:spMkLst>
        </pc:spChg>
        <pc:picChg chg="add mod">
          <ac:chgData name="Aiswarya Lakshmi Moravaneni" userId="8bd20491d4af265d" providerId="LiveId" clId="{39E3F066-C97A-400C-9E37-AF9E563F03D5}" dt="2026-03-06T14:07:25.399" v="183" actId="1076"/>
          <ac:picMkLst>
            <pc:docMk/>
            <pc:sldMk cId="3026472643" sldId="267"/>
            <ac:picMk id="5" creationId="{EF9983F3-C8E4-2217-8882-DA4B9C0BE96D}"/>
          </ac:picMkLst>
        </pc:picChg>
        <pc:picChg chg="del">
          <ac:chgData name="Aiswarya Lakshmi Moravaneni" userId="8bd20491d4af265d" providerId="LiveId" clId="{39E3F066-C97A-400C-9E37-AF9E563F03D5}" dt="2026-03-06T14:06:58.861" v="178" actId="21"/>
          <ac:picMkLst>
            <pc:docMk/>
            <pc:sldMk cId="3026472643" sldId="267"/>
            <ac:picMk id="6" creationId="{4F92EB3A-B121-978A-09B7-940402035AC4}"/>
          </ac:picMkLst>
        </pc:picChg>
      </pc:sldChg>
      <pc:sldChg chg="addSp delSp modSp add mod">
        <pc:chgData name="Aiswarya Lakshmi Moravaneni" userId="8bd20491d4af265d" providerId="LiveId" clId="{39E3F066-C97A-400C-9E37-AF9E563F03D5}" dt="2026-03-06T14:49:34.642" v="566" actId="27636"/>
        <pc:sldMkLst>
          <pc:docMk/>
          <pc:sldMk cId="1204831464" sldId="268"/>
        </pc:sldMkLst>
        <pc:spChg chg="mod">
          <ac:chgData name="Aiswarya Lakshmi Moravaneni" userId="8bd20491d4af265d" providerId="LiveId" clId="{39E3F066-C97A-400C-9E37-AF9E563F03D5}" dt="2026-03-06T14:15:20.444" v="229"/>
          <ac:spMkLst>
            <pc:docMk/>
            <pc:sldMk cId="1204831464" sldId="268"/>
            <ac:spMk id="2" creationId="{2F343ECB-ED62-2653-2EC8-76E29D152203}"/>
          </ac:spMkLst>
        </pc:spChg>
        <pc:spChg chg="mod">
          <ac:chgData name="Aiswarya Lakshmi Moravaneni" userId="8bd20491d4af265d" providerId="LiveId" clId="{39E3F066-C97A-400C-9E37-AF9E563F03D5}" dt="2026-03-06T14:49:34.642" v="566" actId="27636"/>
          <ac:spMkLst>
            <pc:docMk/>
            <pc:sldMk cId="1204831464" sldId="268"/>
            <ac:spMk id="4" creationId="{344AAB7B-9CA8-8664-0BFF-718F5B45CFC8}"/>
          </ac:spMkLst>
        </pc:spChg>
        <pc:spChg chg="add del mod">
          <ac:chgData name="Aiswarya Lakshmi Moravaneni" userId="8bd20491d4af265d" providerId="LiveId" clId="{39E3F066-C97A-400C-9E37-AF9E563F03D5}" dt="2026-03-06T14:08:23.377" v="187" actId="21"/>
          <ac:spMkLst>
            <pc:docMk/>
            <pc:sldMk cId="1204831464" sldId="268"/>
            <ac:spMk id="7" creationId="{506E7B9A-3304-0A93-E9A3-32ACD82424AC}"/>
          </ac:spMkLst>
        </pc:spChg>
        <pc:picChg chg="add mod">
          <ac:chgData name="Aiswarya Lakshmi Moravaneni" userId="8bd20491d4af265d" providerId="LiveId" clId="{39E3F066-C97A-400C-9E37-AF9E563F03D5}" dt="2026-03-06T14:08:27.680" v="188" actId="1076"/>
          <ac:picMkLst>
            <pc:docMk/>
            <pc:sldMk cId="1204831464" sldId="268"/>
            <ac:picMk id="3" creationId="{7380DD75-4A98-1132-8BE0-573F86EB9899}"/>
          </ac:picMkLst>
        </pc:picChg>
        <pc:picChg chg="del">
          <ac:chgData name="Aiswarya Lakshmi Moravaneni" userId="8bd20491d4af265d" providerId="LiveId" clId="{39E3F066-C97A-400C-9E37-AF9E563F03D5}" dt="2026-03-06T14:08:19.839" v="186" actId="21"/>
          <ac:picMkLst>
            <pc:docMk/>
            <pc:sldMk cId="1204831464" sldId="268"/>
            <ac:picMk id="6" creationId="{9C280B8B-7476-1B2C-5854-F38029B6FAC4}"/>
          </ac:picMkLst>
        </pc:picChg>
      </pc:sldChg>
      <pc:sldChg chg="addSp delSp modSp new del mod">
        <pc:chgData name="Aiswarya Lakshmi Moravaneni" userId="8bd20491d4af265d" providerId="LiveId" clId="{39E3F066-C97A-400C-9E37-AF9E563F03D5}" dt="2026-03-06T14:18:53.787" v="268" actId="2696"/>
        <pc:sldMkLst>
          <pc:docMk/>
          <pc:sldMk cId="758292607" sldId="269"/>
        </pc:sldMkLst>
        <pc:spChg chg="mod">
          <ac:chgData name="Aiswarya Lakshmi Moravaneni" userId="8bd20491d4af265d" providerId="LiveId" clId="{39E3F066-C97A-400C-9E37-AF9E563F03D5}" dt="2026-03-06T14:18:02.759" v="263" actId="122"/>
          <ac:spMkLst>
            <pc:docMk/>
            <pc:sldMk cId="758292607" sldId="269"/>
            <ac:spMk id="2" creationId="{FE5D7412-DDB4-E5F8-D938-837D36B75C5B}"/>
          </ac:spMkLst>
        </pc:spChg>
        <pc:spChg chg="del mod">
          <ac:chgData name="Aiswarya Lakshmi Moravaneni" userId="8bd20491d4af265d" providerId="LiveId" clId="{39E3F066-C97A-400C-9E37-AF9E563F03D5}" dt="2026-03-06T14:18:35.439" v="267"/>
          <ac:spMkLst>
            <pc:docMk/>
            <pc:sldMk cId="758292607" sldId="269"/>
            <ac:spMk id="3" creationId="{7D73DACC-4FF0-F8B0-4387-68DD0A8544B3}"/>
          </ac:spMkLst>
        </pc:spChg>
        <pc:spChg chg="add mod">
          <ac:chgData name="Aiswarya Lakshmi Moravaneni" userId="8bd20491d4af265d" providerId="LiveId" clId="{39E3F066-C97A-400C-9E37-AF9E563F03D5}" dt="2026-03-06T14:18:35.439" v="267"/>
          <ac:spMkLst>
            <pc:docMk/>
            <pc:sldMk cId="758292607" sldId="269"/>
            <ac:spMk id="4" creationId="{A5ADB8BD-0272-72EF-EED5-B10976C15254}"/>
          </ac:spMkLst>
        </pc:spChg>
      </pc:sldChg>
      <pc:sldChg chg="addSp delSp modSp new mod">
        <pc:chgData name="Aiswarya Lakshmi Moravaneni" userId="8bd20491d4af265d" providerId="LiveId" clId="{39E3F066-C97A-400C-9E37-AF9E563F03D5}" dt="2026-03-06T14:44:15.520" v="514" actId="27636"/>
        <pc:sldMkLst>
          <pc:docMk/>
          <pc:sldMk cId="3000907245" sldId="269"/>
        </pc:sldMkLst>
        <pc:spChg chg="mod">
          <ac:chgData name="Aiswarya Lakshmi Moravaneni" userId="8bd20491d4af265d" providerId="LiveId" clId="{39E3F066-C97A-400C-9E37-AF9E563F03D5}" dt="2026-03-06T14:44:15.236" v="510"/>
          <ac:spMkLst>
            <pc:docMk/>
            <pc:sldMk cId="3000907245" sldId="269"/>
            <ac:spMk id="2" creationId="{365199FC-E3A9-5EE6-4E32-A6FB3F34BE31}"/>
          </ac:spMkLst>
        </pc:spChg>
        <pc:spChg chg="mod">
          <ac:chgData name="Aiswarya Lakshmi Moravaneni" userId="8bd20491d4af265d" providerId="LiveId" clId="{39E3F066-C97A-400C-9E37-AF9E563F03D5}" dt="2026-03-06T14:44:15.520" v="514" actId="27636"/>
          <ac:spMkLst>
            <pc:docMk/>
            <pc:sldMk cId="3000907245" sldId="269"/>
            <ac:spMk id="3" creationId="{B96109BA-7DD4-6A36-696F-29B8478FF690}"/>
          </ac:spMkLst>
        </pc:spChg>
        <pc:spChg chg="mod">
          <ac:chgData name="Aiswarya Lakshmi Moravaneni" userId="8bd20491d4af265d" providerId="LiveId" clId="{39E3F066-C97A-400C-9E37-AF9E563F03D5}" dt="2026-03-06T14:44:15.519" v="513" actId="27636"/>
          <ac:spMkLst>
            <pc:docMk/>
            <pc:sldMk cId="3000907245" sldId="269"/>
            <ac:spMk id="4" creationId="{8D5EF116-59B6-DF15-FEB6-88A209B1BC09}"/>
          </ac:spMkLst>
        </pc:spChg>
        <pc:spChg chg="add">
          <ac:chgData name="Aiswarya Lakshmi Moravaneni" userId="8bd20491d4af265d" providerId="LiveId" clId="{39E3F066-C97A-400C-9E37-AF9E563F03D5}" dt="2026-03-06T14:22:16.688" v="324"/>
          <ac:spMkLst>
            <pc:docMk/>
            <pc:sldMk cId="3000907245" sldId="269"/>
            <ac:spMk id="5" creationId="{E734631F-27BD-1943-C071-53CB19DBA7AE}"/>
          </ac:spMkLst>
        </pc:spChg>
        <pc:spChg chg="add">
          <ac:chgData name="Aiswarya Lakshmi Moravaneni" userId="8bd20491d4af265d" providerId="LiveId" clId="{39E3F066-C97A-400C-9E37-AF9E563F03D5}" dt="2026-03-06T14:22:22.114" v="325"/>
          <ac:spMkLst>
            <pc:docMk/>
            <pc:sldMk cId="3000907245" sldId="269"/>
            <ac:spMk id="6" creationId="{E313EF13-3B4F-756C-5098-B99C607508A1}"/>
          </ac:spMkLst>
        </pc:spChg>
        <pc:spChg chg="add">
          <ac:chgData name="Aiswarya Lakshmi Moravaneni" userId="8bd20491d4af265d" providerId="LiveId" clId="{39E3F066-C97A-400C-9E37-AF9E563F03D5}" dt="2026-03-06T14:22:27.726" v="326"/>
          <ac:spMkLst>
            <pc:docMk/>
            <pc:sldMk cId="3000907245" sldId="269"/>
            <ac:spMk id="7" creationId="{31598D5B-8C8E-C0AD-21CA-07361EDCB5D5}"/>
          </ac:spMkLst>
        </pc:spChg>
        <pc:spChg chg="add">
          <ac:chgData name="Aiswarya Lakshmi Moravaneni" userId="8bd20491d4af265d" providerId="LiveId" clId="{39E3F066-C97A-400C-9E37-AF9E563F03D5}" dt="2026-03-06T14:22:34.232" v="327"/>
          <ac:spMkLst>
            <pc:docMk/>
            <pc:sldMk cId="3000907245" sldId="269"/>
            <ac:spMk id="8" creationId="{7FB0CA40-D183-B622-D5F4-3D935C464C36}"/>
          </ac:spMkLst>
        </pc:spChg>
        <pc:spChg chg="add del mod">
          <ac:chgData name="Aiswarya Lakshmi Moravaneni" userId="8bd20491d4af265d" providerId="LiveId" clId="{39E3F066-C97A-400C-9E37-AF9E563F03D5}" dt="2026-03-06T14:22:59.477" v="330" actId="21"/>
          <ac:spMkLst>
            <pc:docMk/>
            <pc:sldMk cId="3000907245" sldId="269"/>
            <ac:spMk id="9" creationId="{E3DC5E65-7AAA-D307-F847-DE79E00B1381}"/>
          </ac:spMkLst>
        </pc:spChg>
        <pc:spChg chg="add mod">
          <ac:chgData name="Aiswarya Lakshmi Moravaneni" userId="8bd20491d4af265d" providerId="LiveId" clId="{39E3F066-C97A-400C-9E37-AF9E563F03D5}" dt="2026-03-06T14:24:26.086" v="346" actId="14100"/>
          <ac:spMkLst>
            <pc:docMk/>
            <pc:sldMk cId="3000907245" sldId="269"/>
            <ac:spMk id="10" creationId="{E3DC5E65-7AAA-D307-F847-DE79E00B1381}"/>
          </ac:spMkLst>
        </pc:spChg>
      </pc:sldChg>
      <pc:sldChg chg="add del">
        <pc:chgData name="Aiswarya Lakshmi Moravaneni" userId="8bd20491d4af265d" providerId="LiveId" clId="{39E3F066-C97A-400C-9E37-AF9E563F03D5}" dt="2026-03-06T14:19:44.355" v="271"/>
        <pc:sldMkLst>
          <pc:docMk/>
          <pc:sldMk cId="392627615" sldId="270"/>
        </pc:sldMkLst>
      </pc:sldChg>
      <pc:sldChg chg="addSp modSp new mod">
        <pc:chgData name="Aiswarya Lakshmi Moravaneni" userId="8bd20491d4af265d" providerId="LiveId" clId="{39E3F066-C97A-400C-9E37-AF9E563F03D5}" dt="2026-03-06T14:32:30.344" v="467" actId="207"/>
        <pc:sldMkLst>
          <pc:docMk/>
          <pc:sldMk cId="1275611348" sldId="270"/>
        </pc:sldMkLst>
        <pc:spChg chg="mod">
          <ac:chgData name="Aiswarya Lakshmi Moravaneni" userId="8bd20491d4af265d" providerId="LiveId" clId="{39E3F066-C97A-400C-9E37-AF9E563F03D5}" dt="2026-03-06T14:32:30.344" v="467" actId="207"/>
          <ac:spMkLst>
            <pc:docMk/>
            <pc:sldMk cId="1275611348" sldId="270"/>
            <ac:spMk id="2" creationId="{87239715-38AC-ECB6-2DBA-2625013B6011}"/>
          </ac:spMkLst>
        </pc:spChg>
        <pc:spChg chg="mod">
          <ac:chgData name="Aiswarya Lakshmi Moravaneni" userId="8bd20491d4af265d" providerId="LiveId" clId="{39E3F066-C97A-400C-9E37-AF9E563F03D5}" dt="2026-03-06T14:26:04.640" v="357" actId="14100"/>
          <ac:spMkLst>
            <pc:docMk/>
            <pc:sldMk cId="1275611348" sldId="270"/>
            <ac:spMk id="3" creationId="{F06C58BE-4C50-9FE5-57B1-42A46259FF61}"/>
          </ac:spMkLst>
        </pc:spChg>
        <pc:spChg chg="add mod">
          <ac:chgData name="Aiswarya Lakshmi Moravaneni" userId="8bd20491d4af265d" providerId="LiveId" clId="{39E3F066-C97A-400C-9E37-AF9E563F03D5}" dt="2026-03-06T14:31:58.956" v="456"/>
          <ac:spMkLst>
            <pc:docMk/>
            <pc:sldMk cId="1275611348" sldId="270"/>
            <ac:spMk id="5" creationId="{ACD2441C-9AD8-9060-E62B-EA60947A84C3}"/>
          </ac:spMkLst>
        </pc:spChg>
        <pc:picChg chg="add mod">
          <ac:chgData name="Aiswarya Lakshmi Moravaneni" userId="8bd20491d4af265d" providerId="LiveId" clId="{39E3F066-C97A-400C-9E37-AF9E563F03D5}" dt="2026-03-06T14:31:47.713" v="455" actId="1076"/>
          <ac:picMkLst>
            <pc:docMk/>
            <pc:sldMk cId="1275611348" sldId="270"/>
            <ac:picMk id="4" creationId="{A242BF37-D754-53C4-6647-72B6371863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90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29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4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51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18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583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12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31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505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99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26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142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826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56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70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A0247F9-9AC2-4703-888C-937014C7865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8CF9146-44CD-4576-8362-13AB3383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485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  <p:sldLayoutId id="2147483921" r:id="rId13"/>
    <p:sldLayoutId id="2147483922" r:id="rId14"/>
    <p:sldLayoutId id="2147483923" r:id="rId15"/>
    <p:sldLayoutId id="2147483924" r:id="rId16"/>
    <p:sldLayoutId id="21474839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86A8-DFF0-20B0-CD0D-95A00A603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52620-156C-E16A-F705-18A504B9EA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23CC2E-1F27-F5C7-620D-3A30E356F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534DC4-52D6-0DCC-1BC5-0EAC76DCBAD9}"/>
              </a:ext>
            </a:extLst>
          </p:cNvPr>
          <p:cNvSpPr txBox="1"/>
          <p:nvPr/>
        </p:nvSpPr>
        <p:spPr>
          <a:xfrm>
            <a:off x="9350733" y="5163446"/>
            <a:ext cx="3228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800080"/>
                </a:highlight>
                <a:latin typeface="Britannic Bold" panose="020B0903060703020204" pitchFamily="34" charset="0"/>
              </a:rPr>
              <a:t>Team Members</a:t>
            </a:r>
            <a:b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800080"/>
                </a:highlight>
                <a:latin typeface="Britannic Bold" panose="020B0903060703020204" pitchFamily="34" charset="0"/>
              </a:rPr>
            </a:b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000080"/>
                </a:highlight>
                <a:latin typeface="Britannic Bold" panose="020B0903060703020204" pitchFamily="34" charset="0"/>
              </a:rPr>
              <a:t>1. Moravaneni Aiswarya Lakshmi</a:t>
            </a:r>
            <a:b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000080"/>
                </a:highlight>
                <a:latin typeface="Britannic Bold" panose="020B0903060703020204" pitchFamily="34" charset="0"/>
              </a:rPr>
            </a:b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000080"/>
                </a:highlight>
                <a:latin typeface="Britannic Bold" panose="020B0903060703020204" pitchFamily="34" charset="0"/>
              </a:rPr>
              <a:t>2. Syed Naveed Muzammil</a:t>
            </a:r>
            <a:b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000080"/>
                </a:highlight>
                <a:latin typeface="Britannic Bold" panose="020B0903060703020204" pitchFamily="34" charset="0"/>
              </a:rPr>
            </a:b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000080"/>
                </a:highlight>
                <a:latin typeface="Britannic Bold" panose="020B0903060703020204" pitchFamily="34" charset="0"/>
              </a:rPr>
              <a:t>3. Lakshmi </a:t>
            </a:r>
            <a:r>
              <a:rPr lang="en-IN" dirty="0" err="1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000080"/>
                </a:highlight>
                <a:latin typeface="Britannic Bold" panose="020B0903060703020204" pitchFamily="34" charset="0"/>
              </a:rPr>
              <a:t>kalyani</a:t>
            </a: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highlight>
                  <a:srgbClr val="000080"/>
                </a:highlight>
                <a:latin typeface="Britannic Bold" panose="020B0903060703020204" pitchFamily="34" charset="0"/>
              </a:rPr>
              <a:t> Akula</a:t>
            </a:r>
          </a:p>
        </p:txBody>
      </p:sp>
    </p:spTree>
    <p:extLst>
      <p:ext uri="{BB962C8B-B14F-4D97-AF65-F5344CB8AC3E}">
        <p14:creationId xmlns:p14="http://schemas.microsoft.com/office/powerpoint/2010/main" val="2391445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8B0C-A859-BB76-9003-6F70B0FF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5EEC6-064D-EC54-A7AE-B4E1A1D24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hospitality industry generates large volumes of booking data from customers across multiple platforms such as online travel agencies, direct bookings, and corporate reservations.</a:t>
            </a:r>
          </a:p>
          <a:p>
            <a:r>
              <a:rPr lang="en-US" dirty="0"/>
              <a:t>Analyzing this data helps hotels understand customer behavior, optimize pricing strategies, and improve occupancy rates.</a:t>
            </a:r>
          </a:p>
          <a:p>
            <a:r>
              <a:rPr lang="en-US" dirty="0"/>
              <a:t>In this project, we analyze hotel booking data using </a:t>
            </a:r>
            <a:r>
              <a:rPr lang="en-US" b="1" dirty="0"/>
              <a:t>Power BI</a:t>
            </a:r>
            <a:r>
              <a:rPr lang="en-US" dirty="0"/>
              <a:t> to build interactive dashboards and derive insights that support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12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6537B1-FFDD-534B-E61B-2C70CE25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36" y="796690"/>
            <a:ext cx="4486656" cy="114149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1726E-0140-C3D5-6B5D-FCD1D8F3F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168" y="1514384"/>
            <a:ext cx="5195997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Identify peak booking seasons</a:t>
            </a:r>
            <a:br>
              <a:rPr lang="en-US" dirty="0"/>
            </a:br>
            <a:r>
              <a:rPr lang="en-US" dirty="0"/>
              <a:t>• Understand customer segments</a:t>
            </a:r>
            <a:br>
              <a:rPr lang="en-US" dirty="0"/>
            </a:br>
            <a:r>
              <a:rPr lang="en-US" dirty="0"/>
              <a:t>• Reduce booking cancellations</a:t>
            </a:r>
            <a:br>
              <a:rPr lang="en-US" dirty="0"/>
            </a:br>
            <a:r>
              <a:rPr lang="en-US" dirty="0"/>
              <a:t>• Optimize pricing strategies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This project aims to solve these challenges through </a:t>
            </a:r>
            <a:r>
              <a:rPr lang="en-US" b="1" dirty="0"/>
              <a:t>data analysis and visualization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A3721-254D-07A8-29F6-77200E42E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38084" y="2484443"/>
            <a:ext cx="3794760" cy="2194036"/>
          </a:xfrm>
          <a:noFill/>
          <a:scene3d>
            <a:camera prst="orthographicFront"/>
            <a:lightRig rig="freezing" dir="t"/>
          </a:scene3d>
          <a:sp3d prstMaterial="matte"/>
        </p:spPr>
        <p:txBody>
          <a:bodyPr>
            <a:normAutofit fontScale="85000" lnSpcReduction="10000"/>
          </a:bodyPr>
          <a:lstStyle/>
          <a:p>
            <a:br>
              <a:rPr lang="en-US" sz="2000" dirty="0"/>
            </a:br>
            <a:r>
              <a:rPr lang="en-US" sz="2000" dirty="0"/>
              <a:t>Hotels often face challenges in understanding booking patterns, customer behavior, and revenue trends.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Hotels often face challenges in understanding booking patterns, customer behavior, and revenue trends.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695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D220-F6D1-E492-5EE4-93B11EAD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C95C0-579C-A63B-EFBA-2F90CAC8D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objectives of this project are:</a:t>
            </a:r>
          </a:p>
          <a:p>
            <a:r>
              <a:rPr lang="en-US" dirty="0"/>
              <a:t>• Analyze hotel booking data to understand revenue trends</a:t>
            </a:r>
            <a:br>
              <a:rPr lang="en-US" dirty="0"/>
            </a:br>
            <a:r>
              <a:rPr lang="en-US" dirty="0"/>
              <a:t>• Identify key performance indicators for hotel performance</a:t>
            </a:r>
            <a:br>
              <a:rPr lang="en-US" dirty="0"/>
            </a:br>
            <a:r>
              <a:rPr lang="en-US" dirty="0"/>
              <a:t>• Create interactive dashboards using Power BI</a:t>
            </a:r>
            <a:br>
              <a:rPr lang="en-US" dirty="0"/>
            </a:br>
            <a:r>
              <a:rPr lang="en-US" dirty="0"/>
              <a:t>• Analyze occupancy patterns and booking behavior</a:t>
            </a:r>
            <a:br>
              <a:rPr lang="en-US" dirty="0"/>
            </a:br>
            <a:r>
              <a:rPr lang="en-US" dirty="0"/>
              <a:t>• Evaluate cancellation patterns and revenue loss</a:t>
            </a:r>
            <a:br>
              <a:rPr lang="en-US" dirty="0"/>
            </a:br>
            <a:r>
              <a:rPr lang="en-US" dirty="0"/>
              <a:t>• Use forecasting techniques to predict future revenue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03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1F46-CD04-8795-8B31-D3199D3E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287" y="365125"/>
            <a:ext cx="10704707" cy="1405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Overview </a:t>
            </a:r>
            <a:b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200" dirty="0"/>
              <a:t>The dataset used for this project is the </a:t>
            </a:r>
            <a:r>
              <a:rPr lang="en-US" sz="2200" b="1" dirty="0"/>
              <a:t>Hotel Booking Dataset from Kaggle</a:t>
            </a:r>
            <a:r>
              <a:rPr lang="en-US" sz="2200" dirty="0"/>
              <a:t>.</a:t>
            </a:r>
            <a:br>
              <a:rPr lang="en-US" sz="2200" dirty="0"/>
            </a:br>
            <a:endParaRPr lang="en-IN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AF2CA-7165-78C5-31AE-CCEA225FC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18" y="1657512"/>
            <a:ext cx="3207426" cy="421014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dirty="0"/>
              <a:t>Dataset Information: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FE60-02D2-C5A9-59EE-F289952BD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762" y="2193269"/>
            <a:ext cx="3740162" cy="8111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600" dirty="0"/>
              <a:t>• Time Period: </a:t>
            </a:r>
            <a:r>
              <a:rPr lang="en-US" sz="1600" b="1" dirty="0"/>
              <a:t>2015 – 2017</a:t>
            </a:r>
            <a:br>
              <a:rPr lang="en-US" sz="1600" dirty="0"/>
            </a:br>
            <a:r>
              <a:rPr lang="en-US" sz="1600" dirty="0"/>
              <a:t>• Total Records: </a:t>
            </a:r>
            <a:r>
              <a:rPr lang="en-US" sz="1600" b="1" dirty="0"/>
              <a:t>~120,000 bookings</a:t>
            </a:r>
            <a:br>
              <a:rPr lang="en-US" sz="1600" dirty="0"/>
            </a:br>
            <a:r>
              <a:rPr lang="en-US" sz="1600" dirty="0"/>
              <a:t>• Hotel Types: </a:t>
            </a:r>
            <a:r>
              <a:rPr lang="en-US" sz="1600" b="1" dirty="0"/>
              <a:t>City Hotel and Resort Hotel</a:t>
            </a:r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D6155-83F3-0242-033D-432FB3FE9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903" y="3324955"/>
            <a:ext cx="3210600" cy="402898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dirty="0"/>
              <a:t>Key attributes include: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56E3C-A2B7-DAC8-8359-CF53F64CD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287" y="3906756"/>
            <a:ext cx="3067216" cy="21841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dirty="0"/>
              <a:t>• Customer type</a:t>
            </a:r>
            <a:br>
              <a:rPr lang="en-US" sz="1800" dirty="0"/>
            </a:br>
            <a:r>
              <a:rPr lang="en-US" sz="1800" dirty="0"/>
              <a:t>• Market segment</a:t>
            </a:r>
            <a:br>
              <a:rPr lang="en-US" sz="1800" dirty="0"/>
            </a:br>
            <a:r>
              <a:rPr lang="en-US" sz="1800" dirty="0"/>
              <a:t>• Room category</a:t>
            </a:r>
            <a:br>
              <a:rPr lang="en-US" sz="1800" dirty="0"/>
            </a:br>
            <a:r>
              <a:rPr lang="en-US" sz="1800" dirty="0"/>
              <a:t>• Average daily rate (ADR)</a:t>
            </a:r>
            <a:br>
              <a:rPr lang="en-US" sz="1800" dirty="0"/>
            </a:br>
            <a:r>
              <a:rPr lang="en-US" sz="1800" dirty="0"/>
              <a:t>• Stay duration</a:t>
            </a:r>
            <a:br>
              <a:rPr lang="en-US" sz="1800" dirty="0"/>
            </a:br>
            <a:r>
              <a:rPr lang="en-US" sz="1800" dirty="0"/>
              <a:t>• Booking cancellations</a:t>
            </a:r>
            <a:br>
              <a:rPr lang="en-US" sz="1800" dirty="0"/>
            </a:br>
            <a:r>
              <a:rPr lang="en-US" sz="1800" dirty="0"/>
              <a:t>• Country of origin</a:t>
            </a:r>
            <a:endParaRPr lang="en-IN" sz="1800" dirty="0"/>
          </a:p>
        </p:txBody>
      </p:sp>
      <p:pic>
        <p:nvPicPr>
          <p:cNvPr id="1026" name="Picture 2" descr="Analyzing Booking Data for Splendor Hotel Groups Using Excel and Power BI |  by Egemolu Goodnews | Power BI Masterclass | Medium">
            <a:extLst>
              <a:ext uri="{FF2B5EF4-FFF2-40B4-BE49-F238E27FC236}">
                <a16:creationId xmlns:a16="http://schemas.microsoft.com/office/drawing/2014/main" id="{63AB056F-09AD-7ECA-1055-B66096964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693" y="1770637"/>
            <a:ext cx="7598609" cy="4272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44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AC71-A7CB-89A3-8FC3-29305683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709204"/>
            <a:ext cx="5092906" cy="1574808"/>
          </a:xfrm>
        </p:spPr>
        <p:txBody>
          <a:bodyPr>
            <a:normAutofit/>
          </a:bodyPr>
          <a:lstStyle/>
          <a:p>
            <a:r>
              <a:rPr lang="en-IN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Preprocessing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1E56FB7-31C6-D4E0-F7DE-83A21EA5502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020" r="1202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25598-9CA9-7A94-2D37-70CFDDFA4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369488"/>
            <a:ext cx="3935413" cy="3499499"/>
          </a:xfrm>
        </p:spPr>
        <p:txBody>
          <a:bodyPr>
            <a:normAutofit/>
          </a:bodyPr>
          <a:lstStyle/>
          <a:p>
            <a:r>
              <a:rPr lang="en-US" dirty="0"/>
              <a:t>Before analysis, the dataset was cleaned and prepared.</a:t>
            </a:r>
            <a:br>
              <a:rPr lang="en-US" dirty="0"/>
            </a:br>
            <a:r>
              <a:rPr lang="en-US" dirty="0"/>
              <a:t>Data preprocessing steps included:</a:t>
            </a:r>
          </a:p>
          <a:p>
            <a:r>
              <a:rPr lang="en-US" dirty="0"/>
              <a:t>• Handling missing values</a:t>
            </a:r>
            <a:br>
              <a:rPr lang="en-US" dirty="0"/>
            </a:br>
            <a:r>
              <a:rPr lang="en-US" dirty="0"/>
              <a:t>• Removing duplicate records</a:t>
            </a:r>
            <a:br>
              <a:rPr lang="en-US" dirty="0"/>
            </a:br>
            <a:r>
              <a:rPr lang="en-US" dirty="0"/>
              <a:t>• Correcting inconsistent data entries</a:t>
            </a:r>
            <a:br>
              <a:rPr lang="en-US" dirty="0"/>
            </a:br>
            <a:r>
              <a:rPr lang="en-US" dirty="0"/>
              <a:t>• Converting date fields to proper format</a:t>
            </a:r>
            <a:br>
              <a:rPr lang="en-US" dirty="0"/>
            </a:br>
            <a:r>
              <a:rPr lang="en-US" dirty="0"/>
              <a:t>• Creating calculated columns for analysis</a:t>
            </a:r>
          </a:p>
          <a:p>
            <a:r>
              <a:rPr lang="en-US" dirty="0"/>
              <a:t>These steps ensured that the dataset was accurate and ready for visualization.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42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BF4A-5502-EB2C-68B7-4A2CCC0A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40117" cy="838206"/>
          </a:xfrm>
        </p:spPr>
        <p:txBody>
          <a:bodyPr/>
          <a:lstStyle/>
          <a:p>
            <a:pPr algn="ctr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r>
              <a:rPr lang="en-IN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Modeling</a:t>
            </a:r>
            <a:endParaRPr lang="en-IN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08A884-9014-6C6A-769D-D6A7EECE30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9193" t="-205" r="12068" b="-699"/>
          <a:stretch>
            <a:fillRect/>
          </a:stretch>
        </p:blipFill>
        <p:spPr>
          <a:xfrm>
            <a:off x="636105" y="1367624"/>
            <a:ext cx="5590009" cy="43175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1DB23-87F8-7114-CDC9-F3C931759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8854" y="1288111"/>
            <a:ext cx="5327374" cy="49775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modeling was performed in </a:t>
            </a:r>
            <a:r>
              <a:rPr lang="en-US" b="1" dirty="0"/>
              <a:t>Power BI</a:t>
            </a:r>
            <a:r>
              <a:rPr lang="en-US" dirty="0"/>
              <a:t> to organize the dataset for efficient analysis.</a:t>
            </a:r>
          </a:p>
          <a:p>
            <a:r>
              <a:rPr lang="en-US" dirty="0"/>
              <a:t>Key modeling steps:</a:t>
            </a:r>
          </a:p>
          <a:p>
            <a:r>
              <a:rPr lang="en-US" dirty="0"/>
              <a:t>• Establishing relationships between tables</a:t>
            </a:r>
            <a:br>
              <a:rPr lang="en-US" dirty="0"/>
            </a:br>
            <a:r>
              <a:rPr lang="en-US" dirty="0"/>
              <a:t>• Creating calculated measures using </a:t>
            </a:r>
            <a:r>
              <a:rPr lang="en-US" b="1" dirty="0"/>
              <a:t>DAX</a:t>
            </a:r>
            <a:br>
              <a:rPr lang="en-US" dirty="0"/>
            </a:br>
            <a:r>
              <a:rPr lang="en-US" dirty="0"/>
              <a:t>• Designing a structured data model for analysis</a:t>
            </a:r>
            <a:br>
              <a:rPr lang="en-US" dirty="0"/>
            </a:br>
            <a:r>
              <a:rPr lang="en-US" dirty="0"/>
              <a:t>• Defining key performance indicators</a:t>
            </a:r>
          </a:p>
          <a:p>
            <a:r>
              <a:rPr lang="en-US" dirty="0"/>
              <a:t>This step helped improve query performance and enabled interactive dashboards.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38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F14F-7A7F-2944-90FA-7E15AB0A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5D4D9-292F-52BD-4EC8-DAFD0F840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measure hotel performance, the following KPIs were used: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Total Revenue</a:t>
            </a:r>
            <a:r>
              <a:rPr lang="en-US" dirty="0"/>
              <a:t> – Revenue generated from bookings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Total Bookings</a:t>
            </a:r>
            <a:r>
              <a:rPr lang="en-US" dirty="0"/>
              <a:t> – Number of confirmed bookings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Average Daily Rate (ADR)</a:t>
            </a:r>
            <a:r>
              <a:rPr lang="en-US" dirty="0"/>
              <a:t> – Average price per room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Occupancy Rate</a:t>
            </a:r>
            <a:r>
              <a:rPr lang="en-US" dirty="0"/>
              <a:t> – Percentage of rooms booked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Cancellation Rate</a:t>
            </a:r>
            <a:r>
              <a:rPr lang="en-US" dirty="0"/>
              <a:t> – Percentage of cancelled bookings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Revenue Loss</a:t>
            </a:r>
            <a:r>
              <a:rPr lang="en-US" dirty="0"/>
              <a:t> – Revenue lost due to cancellations</a:t>
            </a:r>
          </a:p>
          <a:p>
            <a:r>
              <a:rPr lang="en-US" dirty="0"/>
              <a:t>These KPIs help evaluate the financial performance of hotels.</a:t>
            </a:r>
          </a:p>
        </p:txBody>
      </p:sp>
    </p:spTree>
    <p:extLst>
      <p:ext uri="{BB962C8B-B14F-4D97-AF65-F5344CB8AC3E}">
        <p14:creationId xmlns:p14="http://schemas.microsoft.com/office/powerpoint/2010/main" val="240682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3A2FD-866B-4BF3-2837-00894306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41" y="-119270"/>
            <a:ext cx="10634718" cy="1007458"/>
          </a:xfrm>
        </p:spPr>
        <p:txBody>
          <a:bodyPr>
            <a:noAutofit/>
          </a:bodyPr>
          <a:lstStyle/>
          <a:p>
            <a:pPr algn="ctr"/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 Performance Dashboard </a:t>
            </a:r>
            <a:endParaRPr lang="en-IN" sz="4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3F66D-192D-DB0B-2EE8-B3D157739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9614" y="1121135"/>
            <a:ext cx="4381170" cy="54253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dashboard provides an overview of the </a:t>
            </a:r>
            <a:r>
              <a:rPr lang="en-US" b="1" dirty="0"/>
              <a:t>hotel revenue performance over time</a:t>
            </a:r>
            <a:r>
              <a:rPr lang="en-US" dirty="0"/>
              <a:t> and compares the performance of </a:t>
            </a:r>
            <a:r>
              <a:rPr lang="en-US" b="1" dirty="0"/>
              <a:t>City Hotels and Resort Hotels</a:t>
            </a:r>
            <a:r>
              <a:rPr lang="en-US" dirty="0"/>
              <a:t>.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Metrics Displayed</a:t>
            </a:r>
          </a:p>
          <a:p>
            <a:r>
              <a:rPr lang="en-US" dirty="0"/>
              <a:t>• </a:t>
            </a:r>
            <a:r>
              <a:rPr lang="en-US" b="1" dirty="0"/>
              <a:t>Total Revenue:</a:t>
            </a:r>
            <a:r>
              <a:rPr lang="en-US" dirty="0"/>
              <a:t> ₹25.99M generated from hotel bookings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Average ADR:</a:t>
            </a:r>
            <a:r>
              <a:rPr lang="en-US" dirty="0"/>
              <a:t> ₹100.17 average room price per night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Total Not Cancelled Nights:</a:t>
            </a:r>
            <a:r>
              <a:rPr lang="en-US" dirty="0"/>
              <a:t> 254K nights stayed</a:t>
            </a:r>
          </a:p>
          <a:p>
            <a:r>
              <a:rPr lang="en-US" b="1" dirty="0"/>
              <a:t>Key Visual Insights</a:t>
            </a:r>
            <a:endParaRPr lang="en-US" dirty="0"/>
          </a:p>
          <a:p>
            <a:r>
              <a:rPr lang="en-US" dirty="0"/>
              <a:t>• Monthly revenue trends help identify </a:t>
            </a:r>
            <a:r>
              <a:rPr lang="en-US" b="1" dirty="0"/>
              <a:t>seasonal demand patterns</a:t>
            </a:r>
            <a:br>
              <a:rPr lang="en-US" dirty="0"/>
            </a:br>
            <a:r>
              <a:rPr lang="en-US" dirty="0"/>
              <a:t>• City hotels generally generate </a:t>
            </a:r>
            <a:r>
              <a:rPr lang="en-US" b="1" dirty="0"/>
              <a:t>higher revenue compared to resort hotels</a:t>
            </a:r>
            <a:br>
              <a:rPr lang="en-US" dirty="0"/>
            </a:br>
            <a:r>
              <a:rPr lang="en-US" dirty="0"/>
              <a:t>• ADR trends show </a:t>
            </a:r>
            <a:r>
              <a:rPr lang="en-US" b="1" dirty="0"/>
              <a:t>pricing variations across different months</a:t>
            </a:r>
            <a:br>
              <a:rPr lang="en-US" dirty="0"/>
            </a:br>
            <a:r>
              <a:rPr lang="en-US" dirty="0"/>
              <a:t>• Revenue by customer type shows which guest segments contribute most to revenue</a:t>
            </a:r>
            <a:br>
              <a:rPr lang="en-US" dirty="0"/>
            </a:br>
            <a:r>
              <a:rPr lang="en-US" dirty="0"/>
              <a:t>• Geographic map visualizes </a:t>
            </a:r>
            <a:r>
              <a:rPr lang="en-US" b="1" dirty="0"/>
              <a:t>revenue distribution by country</a:t>
            </a:r>
            <a:endParaRPr lang="en-US" dirty="0"/>
          </a:p>
          <a:p>
            <a:r>
              <a:rPr lang="en-US" dirty="0"/>
              <a:t>This dashboard helps hotel managers understand </a:t>
            </a:r>
            <a:r>
              <a:rPr lang="en-US" b="1" dirty="0"/>
              <a:t>revenue trends, pricing performance, and customer contribution to revenue growth</a:t>
            </a:r>
            <a:r>
              <a:rPr lang="en-US" dirty="0"/>
              <a:t>.</a:t>
            </a:r>
          </a:p>
        </p:txBody>
      </p:sp>
      <p:pic>
        <p:nvPicPr>
          <p:cNvPr id="13" name="Picture Placeholder 5">
            <a:extLst>
              <a:ext uri="{FF2B5EF4-FFF2-40B4-BE49-F238E27FC236}">
                <a16:creationId xmlns:a16="http://schemas.microsoft.com/office/drawing/2014/main" id="{2B2EFE92-D731-744B-AE24-AB439B1E4C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" t="33" r="1367"/>
          <a:stretch>
            <a:fillRect/>
          </a:stretch>
        </p:blipFill>
        <p:spPr>
          <a:xfrm>
            <a:off x="4871405" y="1492944"/>
            <a:ext cx="7153359" cy="413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63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D39D-82E4-7F7B-FD47-634D7232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8399-BB25-8A4A-D481-7759BC0A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41" y="0"/>
            <a:ext cx="10634718" cy="1007458"/>
          </a:xfrm>
        </p:spPr>
        <p:txBody>
          <a:bodyPr>
            <a:noAutofit/>
          </a:bodyPr>
          <a:lstStyle/>
          <a:p>
            <a:pPr algn="ctr"/>
            <a:r>
              <a:rPr lang="en-IN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Occupancy &amp; Demand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A320A-ABE4-B27A-C6AD-415422BF9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1774" y="1278542"/>
            <a:ext cx="4385883" cy="5219361"/>
          </a:xfrm>
        </p:spPr>
        <p:txBody>
          <a:bodyPr>
            <a:normAutofit/>
          </a:bodyPr>
          <a:lstStyle/>
          <a:p>
            <a:r>
              <a:rPr lang="en-US" dirty="0"/>
              <a:t>This dashboard uses </a:t>
            </a:r>
            <a:r>
              <a:rPr lang="en-US" b="1" dirty="0"/>
              <a:t>Power BI forecasting capabilities</a:t>
            </a:r>
            <a:r>
              <a:rPr lang="en-US" dirty="0"/>
              <a:t> to predict future revenue trends based on historical booking data.</a:t>
            </a:r>
          </a:p>
          <a:p>
            <a:r>
              <a:rPr lang="en-US" b="1" dirty="0"/>
              <a:t>Key Metrics</a:t>
            </a: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Revenue Growth:</a:t>
            </a:r>
            <a:r>
              <a:rPr lang="en-US" dirty="0"/>
              <a:t> 60.63%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Average Monthly Revenue:</a:t>
            </a:r>
            <a:r>
              <a:rPr lang="en-US" dirty="0"/>
              <a:t> ₹999.5K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Last 12 Months Revenue:</a:t>
            </a:r>
            <a:r>
              <a:rPr lang="en-US" dirty="0"/>
              <a:t> ₹9.81M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Total Revenue:</a:t>
            </a:r>
            <a:r>
              <a:rPr lang="en-US" dirty="0"/>
              <a:t> ₹25.99M</a:t>
            </a:r>
          </a:p>
          <a:p>
            <a:r>
              <a:rPr lang="en-US" b="1" dirty="0"/>
              <a:t>Key Insights</a:t>
            </a:r>
            <a:endParaRPr lang="en-US" dirty="0"/>
          </a:p>
          <a:p>
            <a:r>
              <a:rPr lang="en-US" dirty="0"/>
              <a:t>• Revenue trends show </a:t>
            </a:r>
            <a:r>
              <a:rPr lang="en-US" b="1" dirty="0"/>
              <a:t>consistent growth over time</a:t>
            </a:r>
            <a:br>
              <a:rPr lang="en-US" dirty="0"/>
            </a:br>
            <a:r>
              <a:rPr lang="en-US" dirty="0"/>
              <a:t>• Forecasting predicts </a:t>
            </a:r>
            <a:r>
              <a:rPr lang="en-US" b="1" dirty="0"/>
              <a:t>future revenue fluctuations based on historical patterns</a:t>
            </a:r>
            <a:br>
              <a:rPr lang="en-US" dirty="0"/>
            </a:br>
            <a:r>
              <a:rPr lang="en-US" dirty="0"/>
              <a:t>• Market segment filters help analyze </a:t>
            </a:r>
            <a:r>
              <a:rPr lang="en-US" b="1" dirty="0"/>
              <a:t>revenue contributions from different booking channels</a:t>
            </a:r>
            <a:br>
              <a:rPr lang="en-US" dirty="0"/>
            </a:br>
            <a:r>
              <a:rPr lang="en-US" dirty="0"/>
              <a:t>• Year and hotel filters allow deeper analysis of revenue trends</a:t>
            </a:r>
          </a:p>
          <a:p>
            <a:r>
              <a:rPr lang="en-US" dirty="0"/>
              <a:t>Forecasting enables hotel managers to </a:t>
            </a:r>
            <a:r>
              <a:rPr lang="en-US" b="1" dirty="0"/>
              <a:t>anticipate demand, optimize pricing strategies, and improve long-term revenue planning</a:t>
            </a:r>
            <a:r>
              <a:rPr lang="en-US" dirty="0"/>
              <a:t>.</a:t>
            </a:r>
          </a:p>
        </p:txBody>
      </p:sp>
      <p:pic>
        <p:nvPicPr>
          <p:cNvPr id="7" name="Picture Placeholder 11">
            <a:extLst>
              <a:ext uri="{FF2B5EF4-FFF2-40B4-BE49-F238E27FC236}">
                <a16:creationId xmlns:a16="http://schemas.microsoft.com/office/drawing/2014/main" id="{D1FFBE11-6842-0BB5-AE95-D39AB6B2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438" t="-8679" r="-6579" b="-8838"/>
          <a:stretch>
            <a:fillRect/>
          </a:stretch>
        </p:blipFill>
        <p:spPr>
          <a:xfrm>
            <a:off x="3973190" y="1199447"/>
            <a:ext cx="8618018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38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0E9B-7543-2B0C-BF8B-315E4424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A306-99FF-DEE3-D3E4-0B982017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41" y="90083"/>
            <a:ext cx="10634718" cy="1007458"/>
          </a:xfrm>
        </p:spPr>
        <p:txBody>
          <a:bodyPr>
            <a:noAutofit/>
          </a:bodyPr>
          <a:lstStyle/>
          <a:p>
            <a:pPr algn="ctr"/>
            <a:r>
              <a:rPr lang="en-IN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Cancellation Behaviour &amp; Revenue Loss</a:t>
            </a:r>
            <a:endParaRPr lang="en-US" sz="4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89EED-8ECC-FE54-BEEA-A0779F8AD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3956" y="1415333"/>
            <a:ext cx="4366508" cy="50570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dashboard focuses on analyzing </a:t>
            </a:r>
            <a:r>
              <a:rPr lang="en-US" b="1" dirty="0"/>
              <a:t>booking cancellations and the financial impact of lost revenue</a:t>
            </a:r>
            <a:r>
              <a:rPr lang="en-US" dirty="0"/>
              <a:t>.</a:t>
            </a:r>
          </a:p>
          <a:p>
            <a:r>
              <a:rPr lang="en-US" b="1" dirty="0"/>
              <a:t>Key Metrics</a:t>
            </a: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Cancellation Rate:</a:t>
            </a:r>
            <a:r>
              <a:rPr lang="en-US" dirty="0"/>
              <a:t> 36.98%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Revenue Lost:</a:t>
            </a:r>
            <a:r>
              <a:rPr lang="en-US" dirty="0"/>
              <a:t> ₹16.73M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Cancelled Bookings:</a:t>
            </a:r>
            <a:r>
              <a:rPr lang="en-US" dirty="0"/>
              <a:t> 44K</a:t>
            </a:r>
          </a:p>
          <a:p>
            <a:r>
              <a:rPr lang="en-US" b="1" dirty="0"/>
              <a:t>Key Insights</a:t>
            </a:r>
            <a:endParaRPr lang="en-US" dirty="0"/>
          </a:p>
          <a:p>
            <a:r>
              <a:rPr lang="en-US" dirty="0"/>
              <a:t>• Online travel agencies contribute to the </a:t>
            </a:r>
            <a:r>
              <a:rPr lang="en-US" b="1" dirty="0"/>
              <a:t>highest revenue loss due to cancellations</a:t>
            </a:r>
            <a:br>
              <a:rPr lang="en-US" dirty="0"/>
            </a:br>
            <a:r>
              <a:rPr lang="en-US" dirty="0"/>
              <a:t>• Cancellation rates increase with </a:t>
            </a:r>
            <a:r>
              <a:rPr lang="en-US" b="1" dirty="0"/>
              <a:t>longer lead times</a:t>
            </a:r>
            <a:br>
              <a:rPr lang="en-US" dirty="0"/>
            </a:br>
            <a:r>
              <a:rPr lang="en-US" dirty="0"/>
              <a:t>• Both hotel types experience cancellations, but the pattern varies across months</a:t>
            </a:r>
            <a:br>
              <a:rPr lang="en-US" dirty="0"/>
            </a:br>
            <a:r>
              <a:rPr lang="en-US" dirty="0"/>
              <a:t>• Market segment analysis helps identify </a:t>
            </a:r>
            <a:r>
              <a:rPr lang="en-US" b="1" dirty="0"/>
              <a:t>high-risk booking channels</a:t>
            </a:r>
            <a:endParaRPr lang="en-US" dirty="0"/>
          </a:p>
          <a:p>
            <a:r>
              <a:rPr lang="en-US" dirty="0"/>
              <a:t>Understanding cancellation behavior allows hotels to </a:t>
            </a:r>
            <a:r>
              <a:rPr lang="en-US" b="1" dirty="0"/>
              <a:t>implement strategies such as flexible pricing, deposit policies, and improved booking management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983F3-C8E4-2217-8882-DA4B9C0B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463" y="1582843"/>
            <a:ext cx="7388382" cy="41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72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413B-CC55-E95C-56B6-1EA53B70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3ECB-ED62-2653-2EC8-76E29D15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1543"/>
            <a:ext cx="10634718" cy="1007458"/>
          </a:xfrm>
        </p:spPr>
        <p:txBody>
          <a:bodyPr>
            <a:noAutofit/>
          </a:bodyPr>
          <a:lstStyle/>
          <a:p>
            <a:pPr algn="ctr"/>
            <a:r>
              <a:rPr lang="en-IN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 Forecasting Dashboard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AAB7B-9CA8-8664-0BFF-718F5B45C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7958" y="1651289"/>
            <a:ext cx="4424067" cy="481424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dashboard uses </a:t>
            </a:r>
            <a:r>
              <a:rPr lang="en-US" b="1" dirty="0"/>
              <a:t>Power BI forecasting capabilities</a:t>
            </a:r>
            <a:r>
              <a:rPr lang="en-US" dirty="0"/>
              <a:t> to predict future revenue trends based on historical booking data.</a:t>
            </a:r>
          </a:p>
          <a:p>
            <a:r>
              <a:rPr lang="en-US" b="1" dirty="0"/>
              <a:t>Key Metrics</a:t>
            </a: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Revenue Growth:</a:t>
            </a:r>
            <a:r>
              <a:rPr lang="en-US" dirty="0"/>
              <a:t> 60.63%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Average Monthly Revenue:</a:t>
            </a:r>
            <a:r>
              <a:rPr lang="en-US" dirty="0"/>
              <a:t> ₹999.5K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Last 12 Months Revenue:</a:t>
            </a:r>
            <a:r>
              <a:rPr lang="en-US" dirty="0"/>
              <a:t> ₹9.81M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Total Revenue:</a:t>
            </a:r>
            <a:r>
              <a:rPr lang="en-US" dirty="0"/>
              <a:t> ₹25.99M</a:t>
            </a:r>
          </a:p>
          <a:p>
            <a:r>
              <a:rPr lang="en-US" b="1" dirty="0"/>
              <a:t>Key Insights</a:t>
            </a:r>
            <a:endParaRPr lang="en-US" dirty="0"/>
          </a:p>
          <a:p>
            <a:r>
              <a:rPr lang="en-US" dirty="0"/>
              <a:t>• Revenue trends show </a:t>
            </a:r>
            <a:r>
              <a:rPr lang="en-US" b="1" dirty="0"/>
              <a:t>consistent growth over time</a:t>
            </a:r>
            <a:br>
              <a:rPr lang="en-US" dirty="0"/>
            </a:br>
            <a:r>
              <a:rPr lang="en-US" dirty="0"/>
              <a:t>• Forecasting predicts </a:t>
            </a:r>
            <a:r>
              <a:rPr lang="en-US" b="1" dirty="0"/>
              <a:t>future revenue fluctuations based on historical patterns</a:t>
            </a:r>
            <a:br>
              <a:rPr lang="en-US" dirty="0"/>
            </a:br>
            <a:r>
              <a:rPr lang="en-US" dirty="0"/>
              <a:t>• Market segment filters help analyze </a:t>
            </a:r>
            <a:r>
              <a:rPr lang="en-US" b="1" dirty="0"/>
              <a:t>revenue contributions from different booking channels</a:t>
            </a:r>
            <a:br>
              <a:rPr lang="en-US" dirty="0"/>
            </a:br>
            <a:r>
              <a:rPr lang="en-US" dirty="0"/>
              <a:t>• Year and hotel filters allow deeper analysis of revenue trends</a:t>
            </a:r>
          </a:p>
          <a:p>
            <a:r>
              <a:rPr lang="en-US" dirty="0"/>
              <a:t>Forecasting enables hotel managers to </a:t>
            </a:r>
            <a:r>
              <a:rPr lang="en-US" b="1" dirty="0"/>
              <a:t>anticipate demand, optimize pricing strategies, and improve long-term revenue planning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80DD75-4A98-1132-8BE0-573F86EB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651289"/>
            <a:ext cx="7312339" cy="413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3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99FC-E3A9-5EE6-4E32-A6FB3F34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 and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109BA-7DD4-6A36-696F-29B8478FF6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Key Insights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City hotels generate higher revenue</a:t>
            </a:r>
          </a:p>
          <a:p>
            <a:r>
              <a:rPr lang="en-US" dirty="0"/>
              <a:t>Peak demand occurs during mid-year months</a:t>
            </a:r>
          </a:p>
          <a:p>
            <a:r>
              <a:rPr lang="en-US" dirty="0"/>
              <a:t>Online travel agencies dominate bookings</a:t>
            </a:r>
          </a:p>
          <a:p>
            <a:r>
              <a:rPr lang="en-US" dirty="0"/>
              <a:t>High cancellations lead to revenue loss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EF116-59B6-DF15-FEB6-88A209B1B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9238" y="1825624"/>
            <a:ext cx="5000045" cy="4018819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Business Impact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3DC5E65-7AAA-D307-F847-DE79E00B1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822" y="2649076"/>
            <a:ext cx="4587903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pricing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occupancy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cancellations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demand forecasting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07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9715-38AC-ECB6-2DBA-2625013B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672" y="4935705"/>
            <a:ext cx="9404723" cy="1400530"/>
          </a:xfrm>
        </p:spPr>
        <p:txBody>
          <a:bodyPr/>
          <a:lstStyle/>
          <a:p>
            <a:pPr algn="ctr"/>
            <a:r>
              <a:rPr lang="en-I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58BE-4C50-9FE5-57B1-42A46259F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15616" cy="2245443"/>
          </a:xfrm>
        </p:spPr>
        <p:txBody>
          <a:bodyPr/>
          <a:lstStyle/>
          <a:p>
            <a:r>
              <a:rPr lang="en-US" dirty="0"/>
              <a:t>Summarize:</a:t>
            </a:r>
          </a:p>
          <a:p>
            <a:r>
              <a:rPr lang="en-US" dirty="0"/>
              <a:t>dashboards help analyze hotel performance</a:t>
            </a:r>
          </a:p>
          <a:p>
            <a:r>
              <a:rPr lang="en-US" dirty="0"/>
              <a:t>insights help management make decisions</a:t>
            </a:r>
          </a:p>
          <a:p>
            <a:r>
              <a:rPr lang="en-US" dirty="0"/>
              <a:t>future work includes ML predictions</a:t>
            </a: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D2441C-9AD8-9060-E62B-EA60947A84C3}"/>
              </a:ext>
            </a:extLst>
          </p:cNvPr>
          <p:cNvSpPr txBox="1">
            <a:spLocks/>
          </p:cNvSpPr>
          <p:nvPr/>
        </p:nvSpPr>
        <p:spPr>
          <a:xfrm>
            <a:off x="798511" y="6051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7561134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377</TotalTime>
  <Words>1061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Britannic Bold</vt:lpstr>
      <vt:lpstr>Corbel</vt:lpstr>
      <vt:lpstr>Depth</vt:lpstr>
      <vt:lpstr>PowerPoint Presentation</vt:lpstr>
      <vt:lpstr>Introduction</vt:lpstr>
      <vt:lpstr>Problem Statement</vt:lpstr>
      <vt:lpstr>Project Objectives</vt:lpstr>
      <vt:lpstr>Dataset Overview  The dataset used for this project is the Hotel Booking Dataset from Kaggle. </vt:lpstr>
      <vt:lpstr>Data Preprocessing</vt:lpstr>
      <vt:lpstr>Data Modeling</vt:lpstr>
      <vt:lpstr>Key Performance Indicators</vt:lpstr>
      <vt:lpstr>Revenue Performance Dashboard </vt:lpstr>
      <vt:lpstr>Occupancy &amp; Demand Analysis</vt:lpstr>
      <vt:lpstr>Cancellation Behaviour &amp; Revenue Loss</vt:lpstr>
      <vt:lpstr>Revenue Forecasting Dashboard</vt:lpstr>
      <vt:lpstr>Key Insights and Business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Aiswarya Lakshmi Moravaneni</dc:creator>
  <cp:lastModifiedBy>Aiswarya Lakshmi Moravaneni</cp:lastModifiedBy>
  <cp:revision>1</cp:revision>
  <dcterms:created xsi:type="dcterms:W3CDTF">2026-03-05T15:44:38Z</dcterms:created>
  <dcterms:modified xsi:type="dcterms:W3CDTF">2026-03-06T14:53:48Z</dcterms:modified>
</cp:coreProperties>
</file>