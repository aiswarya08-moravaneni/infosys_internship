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908" r:id="rId1"/>
  </p:sldMasterIdLst>
  <p:notesMasterIdLst>
    <p:notesMasterId r:id="rId16"/>
  </p:notesMasterIdLst>
  <p:sldIdLst>
    <p:sldId id="256" r:id="rId2"/>
    <p:sldId id="257" r:id="rId3"/>
    <p:sldId id="258" r:id="rId4"/>
    <p:sldId id="259" r:id="rId5"/>
    <p:sldId id="260" r:id="rId6"/>
    <p:sldId id="262" r:id="rId7"/>
    <p:sldId id="263" r:id="rId8"/>
    <p:sldId id="264" r:id="rId9"/>
    <p:sldId id="265" r:id="rId10"/>
    <p:sldId id="266" r:id="rId11"/>
    <p:sldId id="267" r:id="rId12"/>
    <p:sldId id="268" r:id="rId13"/>
    <p:sldId id="269" r:id="rId14"/>
    <p:sldId id="270" r:id="rId15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4D212860-6F3B-4D22-BDDA-4683F633D135}" v="19" dt="2026-03-16T13:56:23.182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6980" autoAdjust="0"/>
    <p:restoredTop sz="94660"/>
  </p:normalViewPr>
  <p:slideViewPr>
    <p:cSldViewPr snapToGrid="0">
      <p:cViewPr varScale="1">
        <p:scale>
          <a:sx n="120" d="100"/>
          <a:sy n="120" d="100"/>
        </p:scale>
        <p:origin x="120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viewProps" Target="viewProps.xml"/><Relationship Id="rId3" Type="http://schemas.openxmlformats.org/officeDocument/2006/relationships/slide" Target="slides/slide2.xml"/><Relationship Id="rId21" Type="http://schemas.microsoft.com/office/2016/11/relationships/changesInfo" Target="changesInfos/changesInfo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notesMaster" Target="notesMasters/notesMaster1.xml"/><Relationship Id="rId20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microsoft.com/office/2015/10/relationships/revisionInfo" Target="revisionInfo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Aiswarya Lakshmi Moravaneni" userId="8bd20491d4af265d" providerId="LiveId" clId="{39E3F066-C97A-400C-9E37-AF9E563F03D5}"/>
    <pc:docChg chg="undo redo custSel addSld delSld modSld sldOrd">
      <pc:chgData name="Aiswarya Lakshmi Moravaneni" userId="8bd20491d4af265d" providerId="LiveId" clId="{39E3F066-C97A-400C-9E37-AF9E563F03D5}" dt="2026-03-16T13:56:43.263" v="704" actId="20577"/>
      <pc:docMkLst>
        <pc:docMk/>
      </pc:docMkLst>
      <pc:sldChg chg="modSp">
        <pc:chgData name="Aiswarya Lakshmi Moravaneni" userId="8bd20491d4af265d" providerId="LiveId" clId="{39E3F066-C97A-400C-9E37-AF9E563F03D5}" dt="2026-03-06T14:44:15.236" v="510"/>
        <pc:sldMkLst>
          <pc:docMk/>
          <pc:sldMk cId="2391445960" sldId="256"/>
        </pc:sldMkLst>
        <pc:spChg chg="mod">
          <ac:chgData name="Aiswarya Lakshmi Moravaneni" userId="8bd20491d4af265d" providerId="LiveId" clId="{39E3F066-C97A-400C-9E37-AF9E563F03D5}" dt="2026-03-06T14:44:15.236" v="510"/>
          <ac:spMkLst>
            <pc:docMk/>
            <pc:sldMk cId="2391445960" sldId="256"/>
            <ac:spMk id="2" creationId="{F84686A8-DFF0-20B0-CD0D-95A00A60351F}"/>
          </ac:spMkLst>
        </pc:spChg>
        <pc:spChg chg="mod">
          <ac:chgData name="Aiswarya Lakshmi Moravaneni" userId="8bd20491d4af265d" providerId="LiveId" clId="{39E3F066-C97A-400C-9E37-AF9E563F03D5}" dt="2026-03-06T14:44:15.236" v="510"/>
          <ac:spMkLst>
            <pc:docMk/>
            <pc:sldMk cId="2391445960" sldId="256"/>
            <ac:spMk id="3" creationId="{D3852620-156C-E16A-F705-18A504B9EA04}"/>
          </ac:spMkLst>
        </pc:spChg>
      </pc:sldChg>
      <pc:sldChg chg="modSp mod">
        <pc:chgData name="Aiswarya Lakshmi Moravaneni" userId="8bd20491d4af265d" providerId="LiveId" clId="{39E3F066-C97A-400C-9E37-AF9E563F03D5}" dt="2026-03-06T14:44:15.236" v="510"/>
        <pc:sldMkLst>
          <pc:docMk/>
          <pc:sldMk cId="2221122101" sldId="257"/>
        </pc:sldMkLst>
        <pc:spChg chg="mod">
          <ac:chgData name="Aiswarya Lakshmi Moravaneni" userId="8bd20491d4af265d" providerId="LiveId" clId="{39E3F066-C97A-400C-9E37-AF9E563F03D5}" dt="2026-03-06T14:44:15.236" v="510"/>
          <ac:spMkLst>
            <pc:docMk/>
            <pc:sldMk cId="2221122101" sldId="257"/>
            <ac:spMk id="2" creationId="{9B218B0C-A859-BB76-9003-6F70B0FF1212}"/>
          </ac:spMkLst>
        </pc:spChg>
        <pc:spChg chg="mod">
          <ac:chgData name="Aiswarya Lakshmi Moravaneni" userId="8bd20491d4af265d" providerId="LiveId" clId="{39E3F066-C97A-400C-9E37-AF9E563F03D5}" dt="2026-03-06T14:44:15.236" v="510"/>
          <ac:spMkLst>
            <pc:docMk/>
            <pc:sldMk cId="2221122101" sldId="257"/>
            <ac:spMk id="3" creationId="{DAC5EEC6-064D-EC54-A7AE-B4E1A1D24CB5}"/>
          </ac:spMkLst>
        </pc:spChg>
      </pc:sldChg>
      <pc:sldChg chg="addSp delSp modSp mod delAnim">
        <pc:chgData name="Aiswarya Lakshmi Moravaneni" userId="8bd20491d4af265d" providerId="LiveId" clId="{39E3F066-C97A-400C-9E37-AF9E563F03D5}" dt="2026-03-16T13:50:29.126" v="689" actId="20577"/>
        <pc:sldMkLst>
          <pc:docMk/>
          <pc:sldMk cId="246953022" sldId="258"/>
        </pc:sldMkLst>
        <pc:spChg chg="mod">
          <ac:chgData name="Aiswarya Lakshmi Moravaneni" userId="8bd20491d4af265d" providerId="LiveId" clId="{39E3F066-C97A-400C-9E37-AF9E563F03D5}" dt="2026-03-16T13:34:41.476" v="585" actId="1076"/>
          <ac:spMkLst>
            <pc:docMk/>
            <pc:sldMk cId="246953022" sldId="258"/>
            <ac:spMk id="3" creationId="{A821726E-0140-C3D5-6B5D-FCD1D8F3F2DA}"/>
          </ac:spMkLst>
        </pc:spChg>
        <pc:spChg chg="mod">
          <ac:chgData name="Aiswarya Lakshmi Moravaneni" userId="8bd20491d4af265d" providerId="LiveId" clId="{39E3F066-C97A-400C-9E37-AF9E563F03D5}" dt="2026-03-16T13:50:29.126" v="689" actId="20577"/>
          <ac:spMkLst>
            <pc:docMk/>
            <pc:sldMk cId="246953022" sldId="258"/>
            <ac:spMk id="4" creationId="{0E6A3721-254D-07A8-29F6-77200E42E783}"/>
          </ac:spMkLst>
        </pc:spChg>
        <pc:spChg chg="add mod">
          <ac:chgData name="Aiswarya Lakshmi Moravaneni" userId="8bd20491d4af265d" providerId="LiveId" clId="{39E3F066-C97A-400C-9E37-AF9E563F03D5}" dt="2026-03-16T13:34:54.394" v="587" actId="1076"/>
          <ac:spMkLst>
            <pc:docMk/>
            <pc:sldMk cId="246953022" sldId="258"/>
            <ac:spMk id="6" creationId="{8E6537B1-FFDD-534B-E61B-2C70CE256CF8}"/>
          </ac:spMkLst>
        </pc:spChg>
      </pc:sldChg>
      <pc:sldChg chg="modSp mod">
        <pc:chgData name="Aiswarya Lakshmi Moravaneni" userId="8bd20491d4af265d" providerId="LiveId" clId="{39E3F066-C97A-400C-9E37-AF9E563F03D5}" dt="2026-03-06T14:44:15.236" v="510"/>
        <pc:sldMkLst>
          <pc:docMk/>
          <pc:sldMk cId="3685037614" sldId="259"/>
        </pc:sldMkLst>
        <pc:spChg chg="mod">
          <ac:chgData name="Aiswarya Lakshmi Moravaneni" userId="8bd20491d4af265d" providerId="LiveId" clId="{39E3F066-C97A-400C-9E37-AF9E563F03D5}" dt="2026-03-06T14:44:15.236" v="510"/>
          <ac:spMkLst>
            <pc:docMk/>
            <pc:sldMk cId="3685037614" sldId="259"/>
            <ac:spMk id="2" creationId="{FD4ED220-F6D1-E492-5EE4-93B11EAD6E8D}"/>
          </ac:spMkLst>
        </pc:spChg>
        <pc:spChg chg="mod">
          <ac:chgData name="Aiswarya Lakshmi Moravaneni" userId="8bd20491d4af265d" providerId="LiveId" clId="{39E3F066-C97A-400C-9E37-AF9E563F03D5}" dt="2026-03-06T14:44:15.236" v="510"/>
          <ac:spMkLst>
            <pc:docMk/>
            <pc:sldMk cId="3685037614" sldId="259"/>
            <ac:spMk id="3" creationId="{048C95C0-579C-A63B-EFBA-2F90CAC8D2CD}"/>
          </ac:spMkLst>
        </pc:spChg>
      </pc:sldChg>
      <pc:sldChg chg="addSp modSp mod">
        <pc:chgData name="Aiswarya Lakshmi Moravaneni" userId="8bd20491d4af265d" providerId="LiveId" clId="{39E3F066-C97A-400C-9E37-AF9E563F03D5}" dt="2026-03-06T14:48:31.296" v="553" actId="122"/>
        <pc:sldMkLst>
          <pc:docMk/>
          <pc:sldMk cId="1993449457" sldId="260"/>
        </pc:sldMkLst>
        <pc:spChg chg="mod">
          <ac:chgData name="Aiswarya Lakshmi Moravaneni" userId="8bd20491d4af265d" providerId="LiveId" clId="{39E3F066-C97A-400C-9E37-AF9E563F03D5}" dt="2026-03-06T14:48:31.296" v="553" actId="122"/>
          <ac:spMkLst>
            <pc:docMk/>
            <pc:sldMk cId="1993449457" sldId="260"/>
            <ac:spMk id="2" creationId="{68F11F46-CD04-8795-8B31-D3199D3E5A4D}"/>
          </ac:spMkLst>
        </pc:spChg>
        <pc:spChg chg="mod">
          <ac:chgData name="Aiswarya Lakshmi Moravaneni" userId="8bd20491d4af265d" providerId="LiveId" clId="{39E3F066-C97A-400C-9E37-AF9E563F03D5}" dt="2026-03-06T14:44:15.541" v="515" actId="27636"/>
          <ac:spMkLst>
            <pc:docMk/>
            <pc:sldMk cId="1993449457" sldId="260"/>
            <ac:spMk id="3" creationId="{CD3AF2CA-7165-78C5-31AE-CCEA225FC958}"/>
          </ac:spMkLst>
        </pc:spChg>
        <pc:spChg chg="mod">
          <ac:chgData name="Aiswarya Lakshmi Moravaneni" userId="8bd20491d4af265d" providerId="LiveId" clId="{39E3F066-C97A-400C-9E37-AF9E563F03D5}" dt="2026-03-06T14:44:15.561" v="518" actId="27636"/>
          <ac:spMkLst>
            <pc:docMk/>
            <pc:sldMk cId="1993449457" sldId="260"/>
            <ac:spMk id="4" creationId="{76EDFE60-02D2-C5A9-59EE-F289952BD034}"/>
          </ac:spMkLst>
        </pc:spChg>
        <pc:spChg chg="mod">
          <ac:chgData name="Aiswarya Lakshmi Moravaneni" userId="8bd20491d4af265d" providerId="LiveId" clId="{39E3F066-C97A-400C-9E37-AF9E563F03D5}" dt="2026-03-06T14:44:15.545" v="516" actId="27636"/>
          <ac:spMkLst>
            <pc:docMk/>
            <pc:sldMk cId="1993449457" sldId="260"/>
            <ac:spMk id="5" creationId="{4A8D6155-83F3-0242-033D-432FB3FE94BE}"/>
          </ac:spMkLst>
        </pc:spChg>
        <pc:spChg chg="mod">
          <ac:chgData name="Aiswarya Lakshmi Moravaneni" userId="8bd20491d4af265d" providerId="LiveId" clId="{39E3F066-C97A-400C-9E37-AF9E563F03D5}" dt="2026-03-06T14:44:15.557" v="517" actId="27636"/>
          <ac:spMkLst>
            <pc:docMk/>
            <pc:sldMk cId="1993449457" sldId="260"/>
            <ac:spMk id="6" creationId="{80556E3C-A2B7-DAC8-8359-CF53F64CDE53}"/>
          </ac:spMkLst>
        </pc:spChg>
        <pc:picChg chg="add mod">
          <ac:chgData name="Aiswarya Lakshmi Moravaneni" userId="8bd20491d4af265d" providerId="LiveId" clId="{39E3F066-C97A-400C-9E37-AF9E563F03D5}" dt="2026-03-06T13:25:16.402" v="25" actId="1076"/>
          <ac:picMkLst>
            <pc:docMk/>
            <pc:sldMk cId="1993449457" sldId="260"/>
            <ac:picMk id="1026" creationId="{63AB056F-09AD-7ECA-1055-B66096964A4F}"/>
          </ac:picMkLst>
        </pc:picChg>
      </pc:sldChg>
      <pc:sldChg chg="addSp delSp modSp new mod">
        <pc:chgData name="Aiswarya Lakshmi Moravaneni" userId="8bd20491d4af265d" providerId="LiveId" clId="{39E3F066-C97A-400C-9E37-AF9E563F03D5}" dt="2026-03-06T14:44:15.571" v="519" actId="27636"/>
        <pc:sldMkLst>
          <pc:docMk/>
          <pc:sldMk cId="2263421344" sldId="262"/>
        </pc:sldMkLst>
        <pc:spChg chg="mod">
          <ac:chgData name="Aiswarya Lakshmi Moravaneni" userId="8bd20491d4af265d" providerId="LiveId" clId="{39E3F066-C97A-400C-9E37-AF9E563F03D5}" dt="2026-03-06T14:44:15.571" v="519" actId="27636"/>
          <ac:spMkLst>
            <pc:docMk/>
            <pc:sldMk cId="2263421344" sldId="262"/>
            <ac:spMk id="2" creationId="{9AD9AC71-A7CB-89A3-8FC3-293056832982}"/>
          </ac:spMkLst>
        </pc:spChg>
        <pc:spChg chg="mod">
          <ac:chgData name="Aiswarya Lakshmi Moravaneni" userId="8bd20491d4af265d" providerId="LiveId" clId="{39E3F066-C97A-400C-9E37-AF9E563F03D5}" dt="2026-03-06T14:28:51.736" v="421" actId="27636"/>
          <ac:spMkLst>
            <pc:docMk/>
            <pc:sldMk cId="2263421344" sldId="262"/>
            <ac:spMk id="4" creationId="{41C25598-9CA9-7A94-2D37-70CFDDFA423F}"/>
          </ac:spMkLst>
        </pc:spChg>
        <pc:picChg chg="add mod">
          <ac:chgData name="Aiswarya Lakshmi Moravaneni" userId="8bd20491d4af265d" providerId="LiveId" clId="{39E3F066-C97A-400C-9E37-AF9E563F03D5}" dt="2026-03-06T14:44:15.236" v="510"/>
          <ac:picMkLst>
            <pc:docMk/>
            <pc:sldMk cId="2263421344" sldId="262"/>
            <ac:picMk id="5" creationId="{E1E56FB7-31C6-D4E0-F7DE-83A21EA55027}"/>
          </ac:picMkLst>
        </pc:picChg>
      </pc:sldChg>
      <pc:sldChg chg="addSp delSp modSp new mod">
        <pc:chgData name="Aiswarya Lakshmi Moravaneni" userId="8bd20491d4af265d" providerId="LiveId" clId="{39E3F066-C97A-400C-9E37-AF9E563F03D5}" dt="2026-03-06T14:50:19.656" v="573" actId="1076"/>
        <pc:sldMkLst>
          <pc:docMk/>
          <pc:sldMk cId="3070386333" sldId="263"/>
        </pc:sldMkLst>
        <pc:spChg chg="mod">
          <ac:chgData name="Aiswarya Lakshmi Moravaneni" userId="8bd20491d4af265d" providerId="LiveId" clId="{39E3F066-C97A-400C-9E37-AF9E563F03D5}" dt="2026-03-06T13:47:56.071" v="101"/>
          <ac:spMkLst>
            <pc:docMk/>
            <pc:sldMk cId="3070386333" sldId="263"/>
            <ac:spMk id="2" creationId="{DB2DBF4A-5502-EB2C-68B7-4A2CCC0A467A}"/>
          </ac:spMkLst>
        </pc:spChg>
        <pc:spChg chg="mod">
          <ac:chgData name="Aiswarya Lakshmi Moravaneni" userId="8bd20491d4af265d" providerId="LiveId" clId="{39E3F066-C97A-400C-9E37-AF9E563F03D5}" dt="2026-03-06T14:50:19.656" v="573" actId="1076"/>
          <ac:spMkLst>
            <pc:docMk/>
            <pc:sldMk cId="3070386333" sldId="263"/>
            <ac:spMk id="4" creationId="{C111DB23-87F8-7114-CDC9-F3C9317599F2}"/>
          </ac:spMkLst>
        </pc:spChg>
        <pc:picChg chg="add mod ord modCrop">
          <ac:chgData name="Aiswarya Lakshmi Moravaneni" userId="8bd20491d4af265d" providerId="LiveId" clId="{39E3F066-C97A-400C-9E37-AF9E563F03D5}" dt="2026-03-06T14:28:09.922" v="396" actId="1076"/>
          <ac:picMkLst>
            <pc:docMk/>
            <pc:sldMk cId="3070386333" sldId="263"/>
            <ac:picMk id="6" creationId="{CE08A884-9014-6C6A-769D-D6A7EECE308D}"/>
          </ac:picMkLst>
        </pc:picChg>
      </pc:sldChg>
      <pc:sldChg chg="modSp new mod">
        <pc:chgData name="Aiswarya Lakshmi Moravaneni" userId="8bd20491d4af265d" providerId="LiveId" clId="{39E3F066-C97A-400C-9E37-AF9E563F03D5}" dt="2026-03-06T14:44:15.236" v="510"/>
        <pc:sldMkLst>
          <pc:docMk/>
          <pc:sldMk cId="2406821619" sldId="264"/>
        </pc:sldMkLst>
        <pc:spChg chg="mod">
          <ac:chgData name="Aiswarya Lakshmi Moravaneni" userId="8bd20491d4af265d" providerId="LiveId" clId="{39E3F066-C97A-400C-9E37-AF9E563F03D5}" dt="2026-03-06T14:44:15.236" v="510"/>
          <ac:spMkLst>
            <pc:docMk/>
            <pc:sldMk cId="2406821619" sldId="264"/>
            <ac:spMk id="2" creationId="{D557F14F-7A7F-2944-90FA-7E15AB0A4EEE}"/>
          </ac:spMkLst>
        </pc:spChg>
        <pc:spChg chg="mod">
          <ac:chgData name="Aiswarya Lakshmi Moravaneni" userId="8bd20491d4af265d" providerId="LiveId" clId="{39E3F066-C97A-400C-9E37-AF9E563F03D5}" dt="2026-03-06T14:44:15.236" v="510"/>
          <ac:spMkLst>
            <pc:docMk/>
            <pc:sldMk cId="2406821619" sldId="264"/>
            <ac:spMk id="3" creationId="{20C5D4D9-292F-52BD-4EC8-DAFD0F8401B3}"/>
          </ac:spMkLst>
        </pc:spChg>
      </pc:sldChg>
      <pc:sldChg chg="addSp delSp modSp new mod">
        <pc:chgData name="Aiswarya Lakshmi Moravaneni" userId="8bd20491d4af265d" providerId="LiveId" clId="{39E3F066-C97A-400C-9E37-AF9E563F03D5}" dt="2026-03-06T14:50:03.610" v="572" actId="27636"/>
        <pc:sldMkLst>
          <pc:docMk/>
          <pc:sldMk cId="515763324" sldId="265"/>
        </pc:sldMkLst>
        <pc:spChg chg="mod">
          <ac:chgData name="Aiswarya Lakshmi Moravaneni" userId="8bd20491d4af265d" providerId="LiveId" clId="{39E3F066-C97A-400C-9E37-AF9E563F03D5}" dt="2026-03-06T14:49:58.251" v="570" actId="1076"/>
          <ac:spMkLst>
            <pc:docMk/>
            <pc:sldMk cId="515763324" sldId="265"/>
            <ac:spMk id="2" creationId="{97A3A2FD-866B-4BF3-2837-00894306E0AB}"/>
          </ac:spMkLst>
        </pc:spChg>
        <pc:spChg chg="mod">
          <ac:chgData name="Aiswarya Lakshmi Moravaneni" userId="8bd20491d4af265d" providerId="LiveId" clId="{39E3F066-C97A-400C-9E37-AF9E563F03D5}" dt="2026-03-06T14:50:03.610" v="572" actId="27636"/>
          <ac:spMkLst>
            <pc:docMk/>
            <pc:sldMk cId="515763324" sldId="265"/>
            <ac:spMk id="4" creationId="{32E3F66D-192D-DB0B-2EE8-B3D157739998}"/>
          </ac:spMkLst>
        </pc:spChg>
        <pc:picChg chg="add mod">
          <ac:chgData name="Aiswarya Lakshmi Moravaneni" userId="8bd20491d4af265d" providerId="LiveId" clId="{39E3F066-C97A-400C-9E37-AF9E563F03D5}" dt="2026-03-06T14:10:28.727" v="196" actId="1076"/>
          <ac:picMkLst>
            <pc:docMk/>
            <pc:sldMk cId="515763324" sldId="265"/>
            <ac:picMk id="13" creationId="{2B2EFE92-D731-744B-AE24-AB439B1E4C9D}"/>
          </ac:picMkLst>
        </pc:picChg>
      </pc:sldChg>
      <pc:sldChg chg="addSp delSp modSp add mod ord">
        <pc:chgData name="Aiswarya Lakshmi Moravaneni" userId="8bd20491d4af265d" providerId="LiveId" clId="{39E3F066-C97A-400C-9E37-AF9E563F03D5}" dt="2026-03-16T13:33:19.378" v="578" actId="14100"/>
        <pc:sldMkLst>
          <pc:docMk/>
          <pc:sldMk cId="2296938631" sldId="266"/>
        </pc:sldMkLst>
        <pc:spChg chg="mod">
          <ac:chgData name="Aiswarya Lakshmi Moravaneni" userId="8bd20491d4af265d" providerId="LiveId" clId="{39E3F066-C97A-400C-9E37-AF9E563F03D5}" dt="2026-03-06T14:49:14.573" v="561" actId="1076"/>
          <ac:spMkLst>
            <pc:docMk/>
            <pc:sldMk cId="2296938631" sldId="266"/>
            <ac:spMk id="2" creationId="{CF078399-BB25-8A4A-D481-7759BC0A754E}"/>
          </ac:spMkLst>
        </pc:spChg>
        <pc:spChg chg="mod">
          <ac:chgData name="Aiswarya Lakshmi Moravaneni" userId="8bd20491d4af265d" providerId="LiveId" clId="{39E3F066-C97A-400C-9E37-AF9E563F03D5}" dt="2026-03-16T13:33:11.279" v="577" actId="14100"/>
          <ac:spMkLst>
            <pc:docMk/>
            <pc:sldMk cId="2296938631" sldId="266"/>
            <ac:spMk id="4" creationId="{8D6A320A-ABE4-B27A-C6AD-415422BF98EF}"/>
          </ac:spMkLst>
        </pc:spChg>
        <pc:picChg chg="add mod">
          <ac:chgData name="Aiswarya Lakshmi Moravaneni" userId="8bd20491d4af265d" providerId="LiveId" clId="{39E3F066-C97A-400C-9E37-AF9E563F03D5}" dt="2026-03-16T13:33:19.378" v="578" actId="14100"/>
          <ac:picMkLst>
            <pc:docMk/>
            <pc:sldMk cId="2296938631" sldId="266"/>
            <ac:picMk id="7" creationId="{D1FFBE11-6842-0BB5-AE95-D39AB6B2CCF4}"/>
          </ac:picMkLst>
        </pc:picChg>
      </pc:sldChg>
      <pc:sldChg chg="addSp delSp modSp add mod">
        <pc:chgData name="Aiswarya Lakshmi Moravaneni" userId="8bd20491d4af265d" providerId="LiveId" clId="{39E3F066-C97A-400C-9E37-AF9E563F03D5}" dt="2026-03-06T14:49:03.317" v="559" actId="14100"/>
        <pc:sldMkLst>
          <pc:docMk/>
          <pc:sldMk cId="3026472643" sldId="267"/>
        </pc:sldMkLst>
        <pc:spChg chg="mod">
          <ac:chgData name="Aiswarya Lakshmi Moravaneni" userId="8bd20491d4af265d" providerId="LiveId" clId="{39E3F066-C97A-400C-9E37-AF9E563F03D5}" dt="2026-03-06T14:48:58.705" v="558" actId="1076"/>
          <ac:spMkLst>
            <pc:docMk/>
            <pc:sldMk cId="3026472643" sldId="267"/>
            <ac:spMk id="2" creationId="{9372A306-99FF-DEE3-D3E4-0B982017F958}"/>
          </ac:spMkLst>
        </pc:spChg>
        <pc:spChg chg="mod">
          <ac:chgData name="Aiswarya Lakshmi Moravaneni" userId="8bd20491d4af265d" providerId="LiveId" clId="{39E3F066-C97A-400C-9E37-AF9E563F03D5}" dt="2026-03-06T14:49:03.317" v="559" actId="14100"/>
          <ac:spMkLst>
            <pc:docMk/>
            <pc:sldMk cId="3026472643" sldId="267"/>
            <ac:spMk id="4" creationId="{48389EED-8ECC-FE54-BEEA-A0779F8AD670}"/>
          </ac:spMkLst>
        </pc:spChg>
        <pc:picChg chg="add mod">
          <ac:chgData name="Aiswarya Lakshmi Moravaneni" userId="8bd20491d4af265d" providerId="LiveId" clId="{39E3F066-C97A-400C-9E37-AF9E563F03D5}" dt="2026-03-06T14:07:25.399" v="183" actId="1076"/>
          <ac:picMkLst>
            <pc:docMk/>
            <pc:sldMk cId="3026472643" sldId="267"/>
            <ac:picMk id="5" creationId="{EF9983F3-C8E4-2217-8882-DA4B9C0BE96D}"/>
          </ac:picMkLst>
        </pc:picChg>
      </pc:sldChg>
      <pc:sldChg chg="addSp delSp modSp add mod">
        <pc:chgData name="Aiswarya Lakshmi Moravaneni" userId="8bd20491d4af265d" providerId="LiveId" clId="{39E3F066-C97A-400C-9E37-AF9E563F03D5}" dt="2026-03-06T14:49:34.642" v="566" actId="27636"/>
        <pc:sldMkLst>
          <pc:docMk/>
          <pc:sldMk cId="1204831464" sldId="268"/>
        </pc:sldMkLst>
        <pc:spChg chg="mod">
          <ac:chgData name="Aiswarya Lakshmi Moravaneni" userId="8bd20491d4af265d" providerId="LiveId" clId="{39E3F066-C97A-400C-9E37-AF9E563F03D5}" dt="2026-03-06T14:15:20.444" v="229"/>
          <ac:spMkLst>
            <pc:docMk/>
            <pc:sldMk cId="1204831464" sldId="268"/>
            <ac:spMk id="2" creationId="{2F343ECB-ED62-2653-2EC8-76E29D152203}"/>
          </ac:spMkLst>
        </pc:spChg>
        <pc:spChg chg="mod">
          <ac:chgData name="Aiswarya Lakshmi Moravaneni" userId="8bd20491d4af265d" providerId="LiveId" clId="{39E3F066-C97A-400C-9E37-AF9E563F03D5}" dt="2026-03-06T14:49:34.642" v="566" actId="27636"/>
          <ac:spMkLst>
            <pc:docMk/>
            <pc:sldMk cId="1204831464" sldId="268"/>
            <ac:spMk id="4" creationId="{344AAB7B-9CA8-8664-0BFF-718F5B45CFC8}"/>
          </ac:spMkLst>
        </pc:spChg>
        <pc:picChg chg="add mod">
          <ac:chgData name="Aiswarya Lakshmi Moravaneni" userId="8bd20491d4af265d" providerId="LiveId" clId="{39E3F066-C97A-400C-9E37-AF9E563F03D5}" dt="2026-03-06T14:08:27.680" v="188" actId="1076"/>
          <ac:picMkLst>
            <pc:docMk/>
            <pc:sldMk cId="1204831464" sldId="268"/>
            <ac:picMk id="3" creationId="{7380DD75-4A98-1132-8BE0-573F86EB9899}"/>
          </ac:picMkLst>
        </pc:picChg>
      </pc:sldChg>
      <pc:sldChg chg="addSp delSp modSp new mod">
        <pc:chgData name="Aiswarya Lakshmi Moravaneni" userId="8bd20491d4af265d" providerId="LiveId" clId="{39E3F066-C97A-400C-9E37-AF9E563F03D5}" dt="2026-03-16T13:56:43.263" v="704" actId="20577"/>
        <pc:sldMkLst>
          <pc:docMk/>
          <pc:sldMk cId="3000907245" sldId="269"/>
        </pc:sldMkLst>
        <pc:spChg chg="mod">
          <ac:chgData name="Aiswarya Lakshmi Moravaneni" userId="8bd20491d4af265d" providerId="LiveId" clId="{39E3F066-C97A-400C-9E37-AF9E563F03D5}" dt="2026-03-06T14:44:15.236" v="510"/>
          <ac:spMkLst>
            <pc:docMk/>
            <pc:sldMk cId="3000907245" sldId="269"/>
            <ac:spMk id="2" creationId="{365199FC-E3A9-5EE6-4E32-A6FB3F34BE31}"/>
          </ac:spMkLst>
        </pc:spChg>
        <pc:spChg chg="mod">
          <ac:chgData name="Aiswarya Lakshmi Moravaneni" userId="8bd20491d4af265d" providerId="LiveId" clId="{39E3F066-C97A-400C-9E37-AF9E563F03D5}" dt="2026-03-16T13:47:52.269" v="687" actId="5793"/>
          <ac:spMkLst>
            <pc:docMk/>
            <pc:sldMk cId="3000907245" sldId="269"/>
            <ac:spMk id="3" creationId="{B96109BA-7DD4-6A36-696F-29B8478FF690}"/>
          </ac:spMkLst>
        </pc:spChg>
        <pc:spChg chg="mod">
          <ac:chgData name="Aiswarya Lakshmi Moravaneni" userId="8bd20491d4af265d" providerId="LiveId" clId="{39E3F066-C97A-400C-9E37-AF9E563F03D5}" dt="2026-03-16T13:44:49.646" v="639" actId="27636"/>
          <ac:spMkLst>
            <pc:docMk/>
            <pc:sldMk cId="3000907245" sldId="269"/>
            <ac:spMk id="4" creationId="{8D5EF116-59B6-DF15-FEB6-88A209B1BC09}"/>
          </ac:spMkLst>
        </pc:spChg>
        <pc:spChg chg="add mod">
          <ac:chgData name="Aiswarya Lakshmi Moravaneni" userId="8bd20491d4af265d" providerId="LiveId" clId="{39E3F066-C97A-400C-9E37-AF9E563F03D5}" dt="2026-03-16T13:56:43.263" v="704" actId="20577"/>
          <ac:spMkLst>
            <pc:docMk/>
            <pc:sldMk cId="3000907245" sldId="269"/>
            <ac:spMk id="10" creationId="{E3DC5E65-7AAA-D307-F847-DE79E00B1381}"/>
          </ac:spMkLst>
        </pc:spChg>
      </pc:sldChg>
      <pc:sldChg chg="addSp modSp new mod">
        <pc:chgData name="Aiswarya Lakshmi Moravaneni" userId="8bd20491d4af265d" providerId="LiveId" clId="{39E3F066-C97A-400C-9E37-AF9E563F03D5}" dt="2026-03-16T13:46:26.410" v="653" actId="27636"/>
        <pc:sldMkLst>
          <pc:docMk/>
          <pc:sldMk cId="1275611348" sldId="270"/>
        </pc:sldMkLst>
        <pc:spChg chg="mod">
          <ac:chgData name="Aiswarya Lakshmi Moravaneni" userId="8bd20491d4af265d" providerId="LiveId" clId="{39E3F066-C97A-400C-9E37-AF9E563F03D5}" dt="2026-03-06T14:32:30.344" v="467" actId="207"/>
          <ac:spMkLst>
            <pc:docMk/>
            <pc:sldMk cId="1275611348" sldId="270"/>
            <ac:spMk id="2" creationId="{87239715-38AC-ECB6-2DBA-2625013B6011}"/>
          </ac:spMkLst>
        </pc:spChg>
        <pc:spChg chg="mod">
          <ac:chgData name="Aiswarya Lakshmi Moravaneni" userId="8bd20491d4af265d" providerId="LiveId" clId="{39E3F066-C97A-400C-9E37-AF9E563F03D5}" dt="2026-03-16T13:46:26.410" v="653" actId="27636"/>
          <ac:spMkLst>
            <pc:docMk/>
            <pc:sldMk cId="1275611348" sldId="270"/>
            <ac:spMk id="3" creationId="{F06C58BE-4C50-9FE5-57B1-42A46259FF61}"/>
          </ac:spMkLst>
        </pc:spChg>
        <pc:spChg chg="add mod">
          <ac:chgData name="Aiswarya Lakshmi Moravaneni" userId="8bd20491d4af265d" providerId="LiveId" clId="{39E3F066-C97A-400C-9E37-AF9E563F03D5}" dt="2026-03-06T14:31:58.956" v="456"/>
          <ac:spMkLst>
            <pc:docMk/>
            <pc:sldMk cId="1275611348" sldId="270"/>
            <ac:spMk id="5" creationId="{ACD2441C-9AD8-9060-E62B-EA60947A84C3}"/>
          </ac:spMkLst>
        </pc:sp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IN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ED493DAE-1B11-4C0D-877B-6AA0F4634F0B}" type="datetimeFigureOut">
              <a:rPr lang="en-IN" smtClean="0"/>
              <a:t>16-03-2026</a:t>
            </a:fld>
            <a:endParaRPr lang="en-IN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IN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DA7B4BE-E480-4FD1-AB6B-A1D172507FF7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45447745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DA7B4BE-E480-4FD1-AB6B-A1D172507FF7}" type="slidenum">
              <a:rPr lang="en-IN" smtClean="0"/>
              <a:t>3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582219444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2209800" y="4464028"/>
            <a:ext cx="9144000" cy="1641490"/>
          </a:xfrm>
        </p:spPr>
        <p:txBody>
          <a:bodyPr wrap="none" anchor="t">
            <a:normAutofit/>
          </a:bodyPr>
          <a:lstStyle>
            <a:lvl1pPr algn="r">
              <a:defRPr sz="9600" b="0" spc="-300">
                <a:gradFill flip="none" rotWithShape="1">
                  <a:gsLst>
                    <a:gs pos="32000">
                      <a:schemeClr val="tx1">
                        <a:lumMod val="89000"/>
                      </a:schemeClr>
                    </a:gs>
                    <a:gs pos="0">
                      <a:schemeClr val="bg1">
                        <a:lumMod val="41000"/>
                        <a:lumOff val="59000"/>
                      </a:schemeClr>
                    </a:gs>
                    <a:gs pos="100000">
                      <a:schemeClr val="tx2">
                        <a:lumMod val="0"/>
                        <a:lumOff val="100000"/>
                      </a:schemeClr>
                    </a:gs>
                  </a:gsLst>
                  <a:lin ang="8100000" scaled="1"/>
                  <a:tileRect/>
                </a:gradFill>
                <a:effectLst>
                  <a:outerShdw blurRad="469900" dist="342900" dir="5400000" sy="-20000" rotWithShape="0">
                    <a:prstClr val="black">
                      <a:alpha val="66000"/>
                    </a:prstClr>
                  </a:outerShdw>
                </a:effectLst>
                <a:latin typeface="+mj-lt"/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209799" y="3694375"/>
            <a:ext cx="9144000" cy="754025"/>
          </a:xfrm>
        </p:spPr>
        <p:txBody>
          <a:bodyPr anchor="b">
            <a:normAutofit/>
          </a:bodyPr>
          <a:lstStyle>
            <a:lvl1pPr marL="0" indent="0" algn="r">
              <a:buNone/>
              <a:defRPr sz="3200" b="0">
                <a:gradFill flip="none" rotWithShape="1">
                  <a:gsLst>
                    <a:gs pos="15000">
                      <a:schemeClr val="tx2"/>
                    </a:gs>
                    <a:gs pos="73000">
                      <a:schemeClr val="tx2">
                        <a:lumMod val="60000"/>
                        <a:lumOff val="40000"/>
                      </a:schemeClr>
                    </a:gs>
                    <a:gs pos="0">
                      <a:schemeClr val="tx2">
                        <a:lumMod val="90000"/>
                        <a:lumOff val="10000"/>
                      </a:schemeClr>
                    </a:gs>
                    <a:gs pos="100000">
                      <a:schemeClr val="tx2">
                        <a:lumMod val="0"/>
                        <a:lumOff val="100000"/>
                      </a:schemeClr>
                    </a:gs>
                  </a:gsLst>
                  <a:lin ang="16200000" scaled="1"/>
                  <a:tileRect/>
                </a:gradFill>
                <a:latin typeface="+mj-lt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A0247F9-9AC2-4703-888C-937014C7865D}" type="datetimeFigureOut">
              <a:rPr lang="en-IN" smtClean="0"/>
              <a:t>16-03-2026</a:t>
            </a:fld>
            <a:endParaRPr lang="en-IN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8CF9146-44CD-4576-8362-13AB33833558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98089031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A0247F9-9AC2-4703-888C-937014C7865D}" type="datetimeFigureOut">
              <a:rPr lang="en-IN" smtClean="0"/>
              <a:t>16-03-2026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8CF9146-44CD-4576-8362-13AB33833558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55929784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1"/>
          <p:cNvSpPr>
            <a:spLocks noGrp="1"/>
          </p:cNvSpPr>
          <p:nvPr>
            <p:ph type="ctrTitle"/>
          </p:nvPr>
        </p:nvSpPr>
        <p:spPr>
          <a:xfrm>
            <a:off x="854532" y="4464028"/>
            <a:ext cx="9144000" cy="1641490"/>
          </a:xfrm>
        </p:spPr>
        <p:txBody>
          <a:bodyPr wrap="none" anchor="t">
            <a:normAutofit/>
          </a:bodyPr>
          <a:lstStyle>
            <a:lvl1pPr algn="l">
              <a:defRPr sz="9600" b="0" spc="-300">
                <a:gradFill flip="none" rotWithShape="1">
                  <a:gsLst>
                    <a:gs pos="32000">
                      <a:schemeClr val="tx1">
                        <a:lumMod val="89000"/>
                      </a:schemeClr>
                    </a:gs>
                    <a:gs pos="0">
                      <a:schemeClr val="bg1">
                        <a:lumMod val="47000"/>
                        <a:lumOff val="53000"/>
                      </a:schemeClr>
                    </a:gs>
                    <a:gs pos="100000">
                      <a:schemeClr val="tx2">
                        <a:lumMod val="0"/>
                        <a:lumOff val="100000"/>
                      </a:schemeClr>
                    </a:gs>
                  </a:gsLst>
                  <a:lin ang="8100000" scaled="1"/>
                  <a:tileRect/>
                </a:gradFill>
                <a:effectLst>
                  <a:outerShdw blurRad="469900" dist="342900" dir="5400000" sy="-20000" rotWithShape="0">
                    <a:prstClr val="black">
                      <a:alpha val="66000"/>
                    </a:prstClr>
                  </a:outerShdw>
                </a:effectLst>
                <a:latin typeface="+mj-lt"/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8" name="Subtitle 2"/>
          <p:cNvSpPr>
            <a:spLocks noGrp="1"/>
          </p:cNvSpPr>
          <p:nvPr>
            <p:ph type="subTitle" idx="1"/>
          </p:nvPr>
        </p:nvSpPr>
        <p:spPr>
          <a:xfrm>
            <a:off x="854532" y="3693674"/>
            <a:ext cx="9144000" cy="754025"/>
          </a:xfrm>
        </p:spPr>
        <p:txBody>
          <a:bodyPr anchor="b">
            <a:normAutofit/>
          </a:bodyPr>
          <a:lstStyle>
            <a:lvl1pPr marL="0" indent="0" algn="l">
              <a:buNone/>
              <a:defRPr sz="3200" b="0">
                <a:gradFill flip="none" rotWithShape="1">
                  <a:gsLst>
                    <a:gs pos="15000">
                      <a:schemeClr val="tx2"/>
                    </a:gs>
                    <a:gs pos="73000">
                      <a:schemeClr val="tx2">
                        <a:lumMod val="60000"/>
                        <a:lumOff val="40000"/>
                      </a:schemeClr>
                    </a:gs>
                    <a:gs pos="0">
                      <a:schemeClr val="tx2">
                        <a:lumMod val="90000"/>
                        <a:lumOff val="10000"/>
                      </a:schemeClr>
                    </a:gs>
                    <a:gs pos="100000">
                      <a:schemeClr val="tx2">
                        <a:lumMod val="0"/>
                        <a:lumOff val="100000"/>
                      </a:schemeClr>
                    </a:gs>
                  </a:gsLst>
                  <a:lin ang="16200000" scaled="1"/>
                  <a:tileRect/>
                </a:gradFill>
                <a:latin typeface="+mj-lt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A0247F9-9AC2-4703-888C-937014C7865D}" type="datetimeFigureOut">
              <a:rPr lang="en-IN" smtClean="0"/>
              <a:t>16-03-2026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8CF9146-44CD-4576-8362-13AB33833558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6481393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120000" y="1825625"/>
            <a:ext cx="5025216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319840" y="1825625"/>
            <a:ext cx="503396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A0247F9-9AC2-4703-888C-937014C7865D}" type="datetimeFigureOut">
              <a:rPr lang="en-IN" smtClean="0"/>
              <a:t>16-03-2026</a:t>
            </a:fld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8CF9146-44CD-4576-8362-13AB33833558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81104070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20000" y="1681163"/>
            <a:ext cx="5025216" cy="823912"/>
          </a:xfrm>
        </p:spPr>
        <p:txBody>
          <a:bodyPr anchor="b"/>
          <a:lstStyle>
            <a:lvl1pPr marL="0" indent="0">
              <a:buNone/>
              <a:defRPr sz="2400" b="0">
                <a:gradFill>
                  <a:gsLst>
                    <a:gs pos="15000">
                      <a:schemeClr val="tx2"/>
                    </a:gs>
                    <a:gs pos="73000">
                      <a:schemeClr val="tx2">
                        <a:lumMod val="60000"/>
                        <a:lumOff val="40000"/>
                      </a:schemeClr>
                    </a:gs>
                    <a:gs pos="0">
                      <a:schemeClr val="tx2">
                        <a:lumMod val="90000"/>
                        <a:lumOff val="10000"/>
                      </a:schemeClr>
                    </a:gs>
                    <a:gs pos="100000">
                      <a:schemeClr val="tx2">
                        <a:lumMod val="0"/>
                        <a:lumOff val="100000"/>
                      </a:schemeClr>
                    </a:gs>
                  </a:gsLst>
                  <a:lin ang="16200000" scaled="1"/>
                </a:gra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120000" y="2505075"/>
            <a:ext cx="5025216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319840" y="1681163"/>
            <a:ext cx="5035548" cy="823912"/>
          </a:xfrm>
        </p:spPr>
        <p:txBody>
          <a:bodyPr vert="horz" lIns="91440" tIns="45720" rIns="91440" bIns="45720" rtlCol="0" anchor="b">
            <a:normAutofit/>
          </a:bodyPr>
          <a:lstStyle>
            <a:lvl1pPr>
              <a:buNone/>
              <a:defRPr lang="en-US" sz="2400" b="0">
                <a:gradFill>
                  <a:gsLst>
                    <a:gs pos="15000">
                      <a:schemeClr val="tx2"/>
                    </a:gs>
                    <a:gs pos="73000">
                      <a:schemeClr val="tx2">
                        <a:lumMod val="60000"/>
                        <a:lumOff val="40000"/>
                      </a:schemeClr>
                    </a:gs>
                    <a:gs pos="0">
                      <a:schemeClr val="tx2">
                        <a:lumMod val="90000"/>
                        <a:lumOff val="10000"/>
                      </a:schemeClr>
                    </a:gs>
                    <a:gs pos="100000">
                      <a:schemeClr val="tx2">
                        <a:lumMod val="0"/>
                        <a:lumOff val="100000"/>
                      </a:schemeClr>
                    </a:gs>
                  </a:gsLst>
                  <a:lin ang="16200000" scaled="1"/>
                </a:gradFill>
              </a:defRPr>
            </a:lvl1pPr>
          </a:lstStyle>
          <a:p>
            <a:pPr marL="0" lvl="0" indent="0">
              <a:buNone/>
            </a:pPr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319840" y="2505075"/>
            <a:ext cx="503554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A0247F9-9AC2-4703-888C-937014C7865D}" type="datetimeFigureOut">
              <a:rPr lang="en-IN" smtClean="0"/>
              <a:t>16-03-2026</a:t>
            </a:fld>
            <a:endParaRPr lang="en-IN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8CF9146-44CD-4576-8362-13AB33833558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40551272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A0247F9-9AC2-4703-888C-937014C7865D}" type="datetimeFigureOut">
              <a:rPr lang="en-IN" smtClean="0"/>
              <a:t>16-03-2026</a:t>
            </a:fld>
            <a:endParaRPr lang="en-IN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8CF9146-44CD-4576-8362-13AB33833558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87217691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A0247F9-9AC2-4703-888C-937014C7865D}" type="datetimeFigureOut">
              <a:rPr lang="en-IN" smtClean="0"/>
              <a:t>16-03-2026</a:t>
            </a:fld>
            <a:endParaRPr lang="en-IN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8CF9146-44CD-4576-8362-13AB33833558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79818673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20000" y="2057400"/>
            <a:ext cx="3652025" cy="3811588"/>
          </a:xfrm>
        </p:spPr>
        <p:txBody>
          <a:bodyPr/>
          <a:lstStyle>
            <a:lvl1pPr marL="0" indent="0">
              <a:buNone/>
              <a:defRPr sz="1600">
                <a:gradFill>
                  <a:gsLst>
                    <a:gs pos="15000">
                      <a:schemeClr val="tx2"/>
                    </a:gs>
                    <a:gs pos="73000">
                      <a:schemeClr val="tx2">
                        <a:lumMod val="60000"/>
                        <a:lumOff val="40000"/>
                      </a:schemeClr>
                    </a:gs>
                    <a:gs pos="0">
                      <a:schemeClr val="tx1"/>
                    </a:gs>
                    <a:gs pos="100000">
                      <a:schemeClr val="tx2">
                        <a:lumMod val="0"/>
                        <a:lumOff val="100000"/>
                      </a:schemeClr>
                    </a:gs>
                  </a:gsLst>
                  <a:lin ang="16200000" scaled="1"/>
                </a:gradFill>
              </a:defRPr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A0247F9-9AC2-4703-888C-937014C7865D}" type="datetimeFigureOut">
              <a:rPr lang="en-IN" smtClean="0"/>
              <a:t>16-03-2026</a:t>
            </a:fld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8CF9146-44CD-4576-8362-13AB33833558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15358376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20000" y="2057400"/>
            <a:ext cx="3652025" cy="3811588"/>
          </a:xfrm>
        </p:spPr>
        <p:txBody>
          <a:bodyPr/>
          <a:lstStyle>
            <a:lvl1pPr marL="0" indent="0">
              <a:buNone/>
              <a:defRPr sz="1600">
                <a:gradFill>
                  <a:gsLst>
                    <a:gs pos="15000">
                      <a:schemeClr val="tx2"/>
                    </a:gs>
                    <a:gs pos="73000">
                      <a:schemeClr val="tx2">
                        <a:lumMod val="60000"/>
                        <a:lumOff val="40000"/>
                      </a:schemeClr>
                    </a:gs>
                    <a:gs pos="0">
                      <a:schemeClr val="tx1"/>
                    </a:gs>
                    <a:gs pos="100000">
                      <a:schemeClr val="tx2">
                        <a:lumMod val="0"/>
                        <a:lumOff val="100000"/>
                      </a:schemeClr>
                    </a:gs>
                  </a:gsLst>
                  <a:lin ang="16200000" scaled="1"/>
                </a:gradFill>
              </a:defRPr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A0247F9-9AC2-4703-888C-937014C7865D}" type="datetimeFigureOut">
              <a:rPr lang="en-IN" smtClean="0"/>
              <a:t>16-03-2026</a:t>
            </a:fld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8CF9146-44CD-4576-8362-13AB33833558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45312658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anoramic 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367160"/>
            <a:ext cx="10515600" cy="819355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839788" y="987425"/>
            <a:ext cx="10515600" cy="337973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5186516"/>
            <a:ext cx="10514012" cy="682472"/>
          </a:xfrm>
        </p:spPr>
        <p:txBody>
          <a:bodyPr/>
          <a:lstStyle>
            <a:lvl1pPr marL="0" indent="0">
              <a:buNone/>
              <a:defRPr sz="1600">
                <a:gradFill>
                  <a:gsLst>
                    <a:gs pos="15000">
                      <a:schemeClr val="tx2"/>
                    </a:gs>
                    <a:gs pos="73000">
                      <a:schemeClr val="tx2">
                        <a:lumMod val="60000"/>
                        <a:lumOff val="40000"/>
                      </a:schemeClr>
                    </a:gs>
                    <a:gs pos="0">
                      <a:schemeClr val="tx1"/>
                    </a:gs>
                    <a:gs pos="100000">
                      <a:schemeClr val="tx2">
                        <a:lumMod val="0"/>
                        <a:lumOff val="100000"/>
                      </a:schemeClr>
                    </a:gs>
                  </a:gsLst>
                  <a:lin ang="16200000" scaled="1"/>
                </a:gradFill>
              </a:defRPr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A0247F9-9AC2-4703-888C-937014C7865D}" type="datetimeFigureOut">
              <a:rPr lang="en-IN" smtClean="0"/>
              <a:t>16-03-2026</a:t>
            </a:fld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8CF9146-44CD-4576-8362-13AB33833558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76831788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3534344"/>
          </a:xfrm>
        </p:spPr>
        <p:txBody>
          <a:bodyPr anchor="ctr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4489399"/>
            <a:ext cx="10514012" cy="1501826"/>
          </a:xfrm>
        </p:spPr>
        <p:txBody>
          <a:bodyPr anchor="ctr"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A0247F9-9AC2-4703-888C-937014C7865D}" type="datetimeFigureOut">
              <a:rPr lang="en-IN" smtClean="0"/>
              <a:t>16-03-2026</a:t>
            </a:fld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8CF9146-44CD-4576-8362-13AB33833558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586505731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46212" y="365125"/>
            <a:ext cx="9302752" cy="2992904"/>
          </a:xfrm>
        </p:spPr>
        <p:txBody>
          <a:bodyPr anchor="ctr"/>
          <a:lstStyle>
            <a:lvl1pPr>
              <a:defRPr sz="4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3"/>
          </p:nvPr>
        </p:nvSpPr>
        <p:spPr>
          <a:xfrm>
            <a:off x="1720644" y="3365557"/>
            <a:ext cx="8752299" cy="54896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8200" y="4501729"/>
            <a:ext cx="10512424" cy="1489496"/>
          </a:xfrm>
        </p:spPr>
        <p:txBody>
          <a:bodyPr anchor="ctr">
            <a:normAutofit/>
          </a:bodyPr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A0247F9-9AC2-4703-888C-937014C7865D}" type="datetimeFigureOut">
              <a:rPr lang="en-IN" smtClean="0"/>
              <a:t>16-03-2026</a:t>
            </a:fld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8CF9146-44CD-4576-8362-13AB33833558}" type="slidenum">
              <a:rPr lang="en-IN" smtClean="0"/>
              <a:t>‹#›</a:t>
            </a:fld>
            <a:endParaRPr lang="en-IN"/>
          </a:p>
        </p:txBody>
      </p:sp>
      <p:sp>
        <p:nvSpPr>
          <p:cNvPr id="9" name="TextBox 8"/>
          <p:cNvSpPr txBox="1"/>
          <p:nvPr/>
        </p:nvSpPr>
        <p:spPr>
          <a:xfrm>
            <a:off x="1111044" y="786824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/>
            <a:r>
              <a:rPr lang="en-US" sz="8000" dirty="0">
                <a:solidFill>
                  <a:schemeClr val="tx1"/>
                </a:solidFill>
                <a:effectLst/>
              </a:rPr>
              <a:t>“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437812" y="2743200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/>
            <a:r>
              <a:rPr lang="en-US" sz="8000" dirty="0">
                <a:solidFill>
                  <a:schemeClr val="tx1"/>
                </a:solidFill>
                <a:effectLst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245998477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2326967"/>
            <a:ext cx="10515600" cy="2511835"/>
          </a:xfrm>
        </p:spPr>
        <p:txBody>
          <a:bodyPr anchor="b">
            <a:normAutofit/>
          </a:bodyPr>
          <a:lstStyle>
            <a:lvl1pPr>
              <a:defRPr sz="5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4850581"/>
            <a:ext cx="10514012" cy="1140644"/>
          </a:xfrm>
        </p:spPr>
        <p:txBody>
          <a:bodyPr anchor="t"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A0247F9-9AC2-4703-888C-937014C7865D}" type="datetimeFigureOut">
              <a:rPr lang="en-IN" smtClean="0"/>
              <a:t>16-03-2026</a:t>
            </a:fld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8CF9146-44CD-4576-8362-13AB33833558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775426580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itle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7" name="Text Placeholder 2"/>
          <p:cNvSpPr>
            <a:spLocks noGrp="1"/>
          </p:cNvSpPr>
          <p:nvPr>
            <p:ph type="body" idx="1"/>
          </p:nvPr>
        </p:nvSpPr>
        <p:spPr>
          <a:xfrm>
            <a:off x="1337282" y="1885950"/>
            <a:ext cx="2946866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gradFill>
                  <a:gsLst>
                    <a:gs pos="15000">
                      <a:schemeClr val="tx2"/>
                    </a:gs>
                    <a:gs pos="73000">
                      <a:schemeClr val="tx2">
                        <a:lumMod val="60000"/>
                        <a:lumOff val="40000"/>
                      </a:schemeClr>
                    </a:gs>
                    <a:gs pos="0">
                      <a:schemeClr val="tx2">
                        <a:lumMod val="90000"/>
                        <a:lumOff val="10000"/>
                      </a:schemeClr>
                    </a:gs>
                    <a:gs pos="100000">
                      <a:schemeClr val="tx2">
                        <a:lumMod val="0"/>
                        <a:lumOff val="100000"/>
                      </a:schemeClr>
                    </a:gs>
                  </a:gsLst>
                  <a:lin ang="16200000" scaled="1"/>
                </a:gra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8" name="Text Placeholder 3"/>
          <p:cNvSpPr>
            <a:spLocks noGrp="1"/>
          </p:cNvSpPr>
          <p:nvPr>
            <p:ph type="body" sz="half" idx="15"/>
          </p:nvPr>
        </p:nvSpPr>
        <p:spPr>
          <a:xfrm>
            <a:off x="1356798" y="2571750"/>
            <a:ext cx="2927350" cy="358933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9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587994" y="1885950"/>
            <a:ext cx="2936241" cy="576262"/>
          </a:xfrm>
        </p:spPr>
        <p:txBody>
          <a:bodyPr vert="horz" lIns="91440" tIns="45720" rIns="91440" bIns="45720" rtlCol="0" anchor="b">
            <a:noAutofit/>
          </a:bodyPr>
          <a:lstStyle>
            <a:lvl1pPr>
              <a:buNone/>
              <a:defRPr lang="en-US" sz="2400" b="0">
                <a:gradFill>
                  <a:gsLst>
                    <a:gs pos="15000">
                      <a:schemeClr val="tx2"/>
                    </a:gs>
                    <a:gs pos="73000">
                      <a:schemeClr val="tx2">
                        <a:lumMod val="60000"/>
                        <a:lumOff val="40000"/>
                      </a:schemeClr>
                    </a:gs>
                    <a:gs pos="0">
                      <a:schemeClr val="tx2">
                        <a:lumMod val="90000"/>
                        <a:lumOff val="10000"/>
                      </a:schemeClr>
                    </a:gs>
                    <a:gs pos="100000">
                      <a:schemeClr val="tx2">
                        <a:lumMod val="0"/>
                        <a:lumOff val="100000"/>
                      </a:schemeClr>
                    </a:gs>
                  </a:gsLst>
                  <a:lin ang="16200000" scaled="1"/>
                </a:gradFill>
              </a:defRPr>
            </a:lvl1pPr>
          </a:lstStyle>
          <a:p>
            <a:pPr marL="0" lvl="0" indent="0">
              <a:buNone/>
            </a:pPr>
            <a:r>
              <a:rPr lang="en-US"/>
              <a:t>Click to edit Master text styles</a:t>
            </a:r>
          </a:p>
        </p:txBody>
      </p:sp>
      <p:sp>
        <p:nvSpPr>
          <p:cNvPr id="10" name="Text Placeholder 3"/>
          <p:cNvSpPr>
            <a:spLocks noGrp="1"/>
          </p:cNvSpPr>
          <p:nvPr>
            <p:ph type="body" sz="half" idx="16"/>
          </p:nvPr>
        </p:nvSpPr>
        <p:spPr>
          <a:xfrm>
            <a:off x="4577441" y="2571750"/>
            <a:ext cx="2946794" cy="358933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1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829035" y="1885950"/>
            <a:ext cx="2932113" cy="576262"/>
          </a:xfrm>
        </p:spPr>
        <p:txBody>
          <a:bodyPr vert="horz" lIns="91440" tIns="45720" rIns="91440" bIns="45720" rtlCol="0" anchor="b">
            <a:noAutofit/>
          </a:bodyPr>
          <a:lstStyle>
            <a:lvl1pPr>
              <a:buNone/>
              <a:defRPr lang="en-US" sz="2400" b="0" dirty="0">
                <a:gradFill>
                  <a:gsLst>
                    <a:gs pos="15000">
                      <a:schemeClr val="tx2"/>
                    </a:gs>
                    <a:gs pos="73000">
                      <a:schemeClr val="tx2">
                        <a:lumMod val="60000"/>
                        <a:lumOff val="40000"/>
                      </a:schemeClr>
                    </a:gs>
                    <a:gs pos="0">
                      <a:schemeClr val="tx2">
                        <a:lumMod val="90000"/>
                        <a:lumOff val="10000"/>
                      </a:schemeClr>
                    </a:gs>
                    <a:gs pos="100000">
                      <a:schemeClr val="tx2">
                        <a:lumMod val="0"/>
                        <a:lumOff val="100000"/>
                      </a:schemeClr>
                    </a:gs>
                  </a:gsLst>
                  <a:lin ang="16200000" scaled="1"/>
                </a:gradFill>
              </a:defRPr>
            </a:lvl1pPr>
          </a:lstStyle>
          <a:p>
            <a:pPr marL="0" lvl="0" indent="0">
              <a:buNone/>
            </a:pPr>
            <a:r>
              <a:rPr lang="en-US"/>
              <a:t>Click to edit Master text styles</a:t>
            </a:r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7"/>
          </p:nvPr>
        </p:nvSpPr>
        <p:spPr>
          <a:xfrm>
            <a:off x="7829035" y="2571750"/>
            <a:ext cx="2932113" cy="358933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A0247F9-9AC2-4703-888C-937014C7865D}" type="datetimeFigureOut">
              <a:rPr lang="en-IN" smtClean="0"/>
              <a:t>16-03-2026</a:t>
            </a:fld>
            <a:endParaRPr lang="en-IN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8CF9146-44CD-4576-8362-13AB33833558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134142806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Pictur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Title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9" name="Text Placeholder 2"/>
          <p:cNvSpPr>
            <a:spLocks noGrp="1"/>
          </p:cNvSpPr>
          <p:nvPr>
            <p:ph type="body" idx="1"/>
          </p:nvPr>
        </p:nvSpPr>
        <p:spPr>
          <a:xfrm>
            <a:off x="1332085" y="4297503"/>
            <a:ext cx="2940050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gradFill>
                  <a:gsLst>
                    <a:gs pos="34000">
                      <a:schemeClr val="tx1">
                        <a:lumMod val="93000"/>
                      </a:schemeClr>
                    </a:gs>
                    <a:gs pos="0">
                      <a:schemeClr val="bg1">
                        <a:lumMod val="41000"/>
                        <a:lumOff val="59000"/>
                      </a:schemeClr>
                    </a:gs>
                    <a:gs pos="100000">
                      <a:schemeClr val="tx2">
                        <a:lumMod val="0"/>
                        <a:lumOff val="100000"/>
                      </a:schemeClr>
                    </a:gs>
                  </a:gsLst>
                  <a:lin ang="4800000" scaled="0"/>
                </a:gra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0" name="Picture Placeholder 2"/>
          <p:cNvSpPr>
            <a:spLocks noGrp="1" noChangeAspect="1"/>
          </p:cNvSpPr>
          <p:nvPr>
            <p:ph type="pic" idx="15"/>
          </p:nvPr>
        </p:nvSpPr>
        <p:spPr>
          <a:xfrm>
            <a:off x="1332085" y="2256354"/>
            <a:ext cx="2940050" cy="1524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1" name="Text Placeholder 3"/>
          <p:cNvSpPr>
            <a:spLocks noGrp="1"/>
          </p:cNvSpPr>
          <p:nvPr>
            <p:ph type="body" sz="half" idx="18"/>
          </p:nvPr>
        </p:nvSpPr>
        <p:spPr>
          <a:xfrm>
            <a:off x="1332085" y="4873765"/>
            <a:ext cx="2940050" cy="659189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2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568997" y="4297503"/>
            <a:ext cx="2930525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gradFill>
                  <a:gsLst>
                    <a:gs pos="34000">
                      <a:schemeClr val="tx1">
                        <a:lumMod val="93000"/>
                      </a:schemeClr>
                    </a:gs>
                    <a:gs pos="0">
                      <a:schemeClr val="bg1">
                        <a:lumMod val="41000"/>
                        <a:lumOff val="59000"/>
                      </a:schemeClr>
                    </a:gs>
                    <a:gs pos="100000">
                      <a:schemeClr val="tx2">
                        <a:lumMod val="0"/>
                        <a:lumOff val="100000"/>
                      </a:schemeClr>
                    </a:gs>
                  </a:gsLst>
                  <a:lin ang="4800000" scaled="0"/>
                </a:gra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3" name="Picture Placeholder 2"/>
          <p:cNvSpPr>
            <a:spLocks noGrp="1" noChangeAspect="1"/>
          </p:cNvSpPr>
          <p:nvPr>
            <p:ph type="pic" idx="21"/>
          </p:nvPr>
        </p:nvSpPr>
        <p:spPr>
          <a:xfrm>
            <a:off x="4568996" y="2256354"/>
            <a:ext cx="2930525" cy="1524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4" name="Text Placeholder 3"/>
          <p:cNvSpPr>
            <a:spLocks noGrp="1"/>
          </p:cNvSpPr>
          <p:nvPr>
            <p:ph type="body" sz="half" idx="19"/>
          </p:nvPr>
        </p:nvSpPr>
        <p:spPr>
          <a:xfrm>
            <a:off x="4567644" y="4873764"/>
            <a:ext cx="2934406" cy="659189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5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804322" y="4297503"/>
            <a:ext cx="2932113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gradFill>
                  <a:gsLst>
                    <a:gs pos="34000">
                      <a:schemeClr val="tx1">
                        <a:lumMod val="93000"/>
                      </a:schemeClr>
                    </a:gs>
                    <a:gs pos="0">
                      <a:schemeClr val="bg1">
                        <a:lumMod val="41000"/>
                        <a:lumOff val="59000"/>
                      </a:schemeClr>
                    </a:gs>
                    <a:gs pos="100000">
                      <a:schemeClr val="tx2">
                        <a:lumMod val="0"/>
                        <a:lumOff val="100000"/>
                      </a:schemeClr>
                    </a:gs>
                  </a:gsLst>
                  <a:lin ang="4800000" scaled="0"/>
                </a:gra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6" name="Picture Placeholder 2"/>
          <p:cNvSpPr>
            <a:spLocks noGrp="1" noChangeAspect="1"/>
          </p:cNvSpPr>
          <p:nvPr>
            <p:ph type="pic" idx="22"/>
          </p:nvPr>
        </p:nvSpPr>
        <p:spPr>
          <a:xfrm>
            <a:off x="7804321" y="2256354"/>
            <a:ext cx="2932113" cy="1524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7" name="Text Placeholder 3"/>
          <p:cNvSpPr>
            <a:spLocks noGrp="1"/>
          </p:cNvSpPr>
          <p:nvPr>
            <p:ph type="body" sz="half" idx="20"/>
          </p:nvPr>
        </p:nvSpPr>
        <p:spPr>
          <a:xfrm>
            <a:off x="7804197" y="4873762"/>
            <a:ext cx="2935997" cy="659189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A0247F9-9AC2-4703-888C-937014C7865D}" type="datetimeFigureOut">
              <a:rPr lang="en-IN" smtClean="0"/>
              <a:t>16-03-2026</a:t>
            </a:fld>
            <a:endParaRPr lang="en-IN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8CF9146-44CD-4576-8362-13AB33833558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178826672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A0247F9-9AC2-4703-888C-937014C7865D}" type="datetimeFigureOut">
              <a:rPr lang="en-IN" smtClean="0"/>
              <a:t>16-03-2026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8CF9146-44CD-4576-8362-13AB33833558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591656614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A0247F9-9AC2-4703-888C-937014C7865D}" type="datetimeFigureOut">
              <a:rPr lang="en-IN" smtClean="0"/>
              <a:t>16-03-2026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8CF9146-44CD-4576-8362-13AB33833558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18470311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image" Target="../media/image1.png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19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20000" y="1825625"/>
            <a:ext cx="102338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gradFill flip="none" rotWithShape="1">
                  <a:gsLst>
                    <a:gs pos="28000">
                      <a:schemeClr val="tx1">
                        <a:lumMod val="93000"/>
                      </a:schemeClr>
                    </a:gs>
                    <a:gs pos="0">
                      <a:schemeClr val="bg1">
                        <a:lumMod val="38000"/>
                        <a:lumOff val="62000"/>
                      </a:schemeClr>
                    </a:gs>
                    <a:gs pos="100000">
                      <a:schemeClr val="tx2">
                        <a:lumMod val="0"/>
                        <a:lumOff val="100000"/>
                      </a:schemeClr>
                    </a:gs>
                  </a:gsLst>
                  <a:lin ang="5400000" scaled="1"/>
                  <a:tileRect/>
                </a:gradFill>
              </a:defRPr>
            </a:lvl1pPr>
          </a:lstStyle>
          <a:p>
            <a:fld id="{CA0247F9-9AC2-4703-888C-937014C7865D}" type="datetimeFigureOut">
              <a:rPr lang="en-IN" smtClean="0"/>
              <a:t>16-03-2026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gradFill flip="none" rotWithShape="1">
                  <a:gsLst>
                    <a:gs pos="28000">
                      <a:schemeClr val="tx1">
                        <a:lumMod val="93000"/>
                      </a:schemeClr>
                    </a:gs>
                    <a:gs pos="0">
                      <a:schemeClr val="bg1">
                        <a:lumMod val="38000"/>
                        <a:lumOff val="62000"/>
                      </a:schemeClr>
                    </a:gs>
                    <a:gs pos="100000">
                      <a:schemeClr val="tx2">
                        <a:lumMod val="0"/>
                        <a:lumOff val="100000"/>
                      </a:schemeClr>
                    </a:gs>
                  </a:gsLst>
                  <a:lin ang="5400000" scaled="1"/>
                  <a:tileRect/>
                </a:gradFill>
              </a:defRPr>
            </a:lvl1pPr>
          </a:lstStyle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gradFill flip="none" rotWithShape="1">
                  <a:gsLst>
                    <a:gs pos="28000">
                      <a:schemeClr val="tx1">
                        <a:lumMod val="93000"/>
                      </a:schemeClr>
                    </a:gs>
                    <a:gs pos="0">
                      <a:schemeClr val="bg1">
                        <a:lumMod val="38000"/>
                        <a:lumOff val="62000"/>
                      </a:schemeClr>
                    </a:gs>
                    <a:gs pos="100000">
                      <a:schemeClr val="tx2">
                        <a:lumMod val="0"/>
                        <a:lumOff val="100000"/>
                      </a:schemeClr>
                    </a:gs>
                  </a:gsLst>
                  <a:lin ang="5400000" scaled="1"/>
                  <a:tileRect/>
                </a:gradFill>
              </a:defRPr>
            </a:lvl1pPr>
          </a:lstStyle>
          <a:p>
            <a:fld id="{C8CF9146-44CD-4576-8362-13AB33833558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817485190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909" r:id="rId1"/>
    <p:sldLayoutId id="2147483910" r:id="rId2"/>
    <p:sldLayoutId id="2147483911" r:id="rId3"/>
    <p:sldLayoutId id="2147483912" r:id="rId4"/>
    <p:sldLayoutId id="2147483913" r:id="rId5"/>
    <p:sldLayoutId id="2147483914" r:id="rId6"/>
    <p:sldLayoutId id="2147483915" r:id="rId7"/>
    <p:sldLayoutId id="2147483916" r:id="rId8"/>
    <p:sldLayoutId id="2147483917" r:id="rId9"/>
    <p:sldLayoutId id="2147483918" r:id="rId10"/>
    <p:sldLayoutId id="2147483919" r:id="rId11"/>
    <p:sldLayoutId id="2147483920" r:id="rId12"/>
    <p:sldLayoutId id="2147483921" r:id="rId13"/>
    <p:sldLayoutId id="2147483922" r:id="rId14"/>
    <p:sldLayoutId id="2147483923" r:id="rId15"/>
    <p:sldLayoutId id="2147483924" r:id="rId16"/>
    <p:sldLayoutId id="2147483925" r:id="rId17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5400" b="0" kern="1200">
          <a:gradFill flip="none" rotWithShape="1">
            <a:gsLst>
              <a:gs pos="28000">
                <a:schemeClr val="tx1">
                  <a:lumMod val="93000"/>
                </a:schemeClr>
              </a:gs>
              <a:gs pos="0">
                <a:schemeClr val="bg1">
                  <a:lumMod val="25000"/>
                  <a:lumOff val="75000"/>
                </a:schemeClr>
              </a:gs>
              <a:gs pos="100000">
                <a:schemeClr val="tx2">
                  <a:lumMod val="0"/>
                  <a:lumOff val="100000"/>
                </a:schemeClr>
              </a:gs>
            </a:gsLst>
            <a:lin ang="4800000" scaled="0"/>
            <a:tileRect/>
          </a:gra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gradFill>
            <a:gsLst>
              <a:gs pos="34000">
                <a:schemeClr val="tx1">
                  <a:lumMod val="93000"/>
                </a:schemeClr>
              </a:gs>
              <a:gs pos="0">
                <a:schemeClr val="bg1">
                  <a:lumMod val="25000"/>
                  <a:lumOff val="75000"/>
                </a:schemeClr>
              </a:gs>
              <a:gs pos="100000">
                <a:schemeClr val="tx2">
                  <a:lumMod val="0"/>
                  <a:lumOff val="100000"/>
                </a:schemeClr>
              </a:gs>
            </a:gsLst>
            <a:lin ang="4800000" scaled="0"/>
          </a:gra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gradFill>
            <a:gsLst>
              <a:gs pos="34000">
                <a:schemeClr val="tx1">
                  <a:lumMod val="93000"/>
                </a:schemeClr>
              </a:gs>
              <a:gs pos="0">
                <a:schemeClr val="bg1">
                  <a:lumMod val="25000"/>
                  <a:lumOff val="75000"/>
                </a:schemeClr>
              </a:gs>
              <a:gs pos="100000">
                <a:schemeClr val="tx2">
                  <a:lumMod val="0"/>
                  <a:lumOff val="100000"/>
                </a:schemeClr>
              </a:gs>
            </a:gsLst>
            <a:lin ang="4800000" scaled="0"/>
          </a:gra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gradFill>
            <a:gsLst>
              <a:gs pos="34000">
                <a:schemeClr val="tx1">
                  <a:lumMod val="93000"/>
                </a:schemeClr>
              </a:gs>
              <a:gs pos="0">
                <a:schemeClr val="bg1">
                  <a:lumMod val="25000"/>
                  <a:lumOff val="75000"/>
                </a:schemeClr>
              </a:gs>
              <a:gs pos="100000">
                <a:schemeClr val="tx2">
                  <a:lumMod val="0"/>
                  <a:lumOff val="100000"/>
                </a:schemeClr>
              </a:gs>
            </a:gsLst>
            <a:lin ang="4800000" scaled="0"/>
          </a:gra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gradFill>
            <a:gsLst>
              <a:gs pos="34000">
                <a:schemeClr val="tx1">
                  <a:lumMod val="93000"/>
                </a:schemeClr>
              </a:gs>
              <a:gs pos="0">
                <a:schemeClr val="bg1">
                  <a:lumMod val="25000"/>
                  <a:lumOff val="75000"/>
                </a:schemeClr>
              </a:gs>
              <a:gs pos="100000">
                <a:schemeClr val="tx2">
                  <a:lumMod val="0"/>
                  <a:lumOff val="100000"/>
                </a:schemeClr>
              </a:gs>
            </a:gsLst>
            <a:lin ang="4800000" scaled="0"/>
          </a:gra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gradFill>
            <a:gsLst>
              <a:gs pos="34000">
                <a:schemeClr val="tx1">
                  <a:lumMod val="93000"/>
                </a:schemeClr>
              </a:gs>
              <a:gs pos="0">
                <a:schemeClr val="bg1">
                  <a:lumMod val="25000"/>
                  <a:lumOff val="75000"/>
                </a:schemeClr>
              </a:gs>
              <a:gs pos="100000">
                <a:schemeClr val="tx2">
                  <a:lumMod val="0"/>
                  <a:lumOff val="100000"/>
                </a:schemeClr>
              </a:gs>
            </a:gsLst>
            <a:lin ang="4800000" scaled="0"/>
          </a:gra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8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5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9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4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9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9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9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9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84686A8-DFF0-20B0-CD0D-95A00A60351F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D3852620-156C-E16A-F705-18A504B9EA04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IN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2123CC2E-1F27-F5C7-620D-3A30E356F24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C9534DC4-52D6-0DCC-1BC5-0EAC76DCBAD9}"/>
              </a:ext>
            </a:extLst>
          </p:cNvPr>
          <p:cNvSpPr txBox="1"/>
          <p:nvPr/>
        </p:nvSpPr>
        <p:spPr>
          <a:xfrm>
            <a:off x="9350733" y="5163446"/>
            <a:ext cx="3228230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dirty="0">
                <a:solidFill>
                  <a:schemeClr val="tx2">
                    <a:lumMod val="20000"/>
                    <a:lumOff val="80000"/>
                  </a:schemeClr>
                </a:solidFill>
                <a:highlight>
                  <a:srgbClr val="800080"/>
                </a:highlight>
                <a:latin typeface="Britannic Bold" panose="020B0903060703020204" pitchFamily="34" charset="0"/>
              </a:rPr>
              <a:t>Team Members</a:t>
            </a:r>
            <a:br>
              <a:rPr lang="en-IN" dirty="0">
                <a:solidFill>
                  <a:schemeClr val="tx2">
                    <a:lumMod val="20000"/>
                    <a:lumOff val="80000"/>
                  </a:schemeClr>
                </a:solidFill>
                <a:highlight>
                  <a:srgbClr val="800080"/>
                </a:highlight>
                <a:latin typeface="Britannic Bold" panose="020B0903060703020204" pitchFamily="34" charset="0"/>
              </a:rPr>
            </a:br>
            <a:r>
              <a:rPr lang="en-IN" dirty="0">
                <a:solidFill>
                  <a:schemeClr val="tx2">
                    <a:lumMod val="20000"/>
                    <a:lumOff val="80000"/>
                  </a:schemeClr>
                </a:solidFill>
                <a:highlight>
                  <a:srgbClr val="000080"/>
                </a:highlight>
                <a:latin typeface="Britannic Bold" panose="020B0903060703020204" pitchFamily="34" charset="0"/>
              </a:rPr>
              <a:t>1. Moravaneni Aiswarya Lakshmi</a:t>
            </a:r>
            <a:br>
              <a:rPr lang="en-IN" dirty="0">
                <a:solidFill>
                  <a:schemeClr val="tx2">
                    <a:lumMod val="20000"/>
                    <a:lumOff val="80000"/>
                  </a:schemeClr>
                </a:solidFill>
                <a:highlight>
                  <a:srgbClr val="000080"/>
                </a:highlight>
                <a:latin typeface="Britannic Bold" panose="020B0903060703020204" pitchFamily="34" charset="0"/>
              </a:rPr>
            </a:br>
            <a:r>
              <a:rPr lang="en-IN" dirty="0">
                <a:solidFill>
                  <a:schemeClr val="tx2">
                    <a:lumMod val="20000"/>
                    <a:lumOff val="80000"/>
                  </a:schemeClr>
                </a:solidFill>
                <a:highlight>
                  <a:srgbClr val="000080"/>
                </a:highlight>
                <a:latin typeface="Britannic Bold" panose="020B0903060703020204" pitchFamily="34" charset="0"/>
              </a:rPr>
              <a:t>2. Syed Naveed Muzammil</a:t>
            </a:r>
            <a:br>
              <a:rPr lang="en-IN" dirty="0">
                <a:solidFill>
                  <a:schemeClr val="tx2">
                    <a:lumMod val="20000"/>
                    <a:lumOff val="80000"/>
                  </a:schemeClr>
                </a:solidFill>
                <a:highlight>
                  <a:srgbClr val="000080"/>
                </a:highlight>
                <a:latin typeface="Britannic Bold" panose="020B0903060703020204" pitchFamily="34" charset="0"/>
              </a:rPr>
            </a:br>
            <a:r>
              <a:rPr lang="en-IN" dirty="0">
                <a:solidFill>
                  <a:schemeClr val="tx2">
                    <a:lumMod val="20000"/>
                    <a:lumOff val="80000"/>
                  </a:schemeClr>
                </a:solidFill>
                <a:highlight>
                  <a:srgbClr val="000080"/>
                </a:highlight>
                <a:latin typeface="Britannic Bold" panose="020B0903060703020204" pitchFamily="34" charset="0"/>
              </a:rPr>
              <a:t>3. Lakshmi </a:t>
            </a:r>
            <a:r>
              <a:rPr lang="en-IN" dirty="0" err="1">
                <a:solidFill>
                  <a:schemeClr val="tx2">
                    <a:lumMod val="20000"/>
                    <a:lumOff val="80000"/>
                  </a:schemeClr>
                </a:solidFill>
                <a:highlight>
                  <a:srgbClr val="000080"/>
                </a:highlight>
                <a:latin typeface="Britannic Bold" panose="020B0903060703020204" pitchFamily="34" charset="0"/>
              </a:rPr>
              <a:t>kalyani</a:t>
            </a:r>
            <a:r>
              <a:rPr lang="en-IN" dirty="0">
                <a:solidFill>
                  <a:schemeClr val="tx2">
                    <a:lumMod val="20000"/>
                    <a:lumOff val="80000"/>
                  </a:schemeClr>
                </a:solidFill>
                <a:highlight>
                  <a:srgbClr val="000080"/>
                </a:highlight>
                <a:latin typeface="Britannic Bold" panose="020B0903060703020204" pitchFamily="34" charset="0"/>
              </a:rPr>
              <a:t> Akula</a:t>
            </a:r>
          </a:p>
        </p:txBody>
      </p:sp>
    </p:spTree>
    <p:extLst>
      <p:ext uri="{BB962C8B-B14F-4D97-AF65-F5344CB8AC3E}">
        <p14:creationId xmlns:p14="http://schemas.microsoft.com/office/powerpoint/2010/main" val="239144596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B218B0C-A859-BB76-9003-6F70B0FF121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IN" b="1" i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Introduction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AC5EEC6-064D-EC54-A7AE-B4E1A1D24CB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The hospitality industry generates large volumes of booking data from customers across multiple platforms such as online travel agencies, direct bookings, and corporate reservations.</a:t>
            </a:r>
          </a:p>
          <a:p>
            <a:r>
              <a:rPr lang="en-US" dirty="0"/>
              <a:t>Analyzing this data helps hotels understand customer behavior, optimize pricing strategies, and improve occupancy rates.</a:t>
            </a:r>
          </a:p>
          <a:p>
            <a:r>
              <a:rPr lang="en-US" dirty="0"/>
              <a:t>In this project, we analyze hotel booking data using </a:t>
            </a:r>
            <a:r>
              <a:rPr lang="en-US" b="1" dirty="0"/>
              <a:t>Power BI</a:t>
            </a:r>
            <a:r>
              <a:rPr lang="en-US" dirty="0"/>
              <a:t> to build interactive dashboards and derive insights that support better decision-making.</a:t>
            </a:r>
          </a:p>
          <a:p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22112210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5">
            <a:extLst>
              <a:ext uri="{FF2B5EF4-FFF2-40B4-BE49-F238E27FC236}">
                <a16:creationId xmlns:a16="http://schemas.microsoft.com/office/drawing/2014/main" id="{8E6537B1-FFDD-534B-E61B-2C70CE256CF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9202" y="1458725"/>
            <a:ext cx="4486656" cy="1141497"/>
          </a:xfrm>
        </p:spPr>
        <p:txBody>
          <a:bodyPr>
            <a:normAutofit fontScale="90000"/>
          </a:bodyPr>
          <a:lstStyle/>
          <a:p>
            <a:pPr algn="ctr"/>
            <a:r>
              <a:rPr lang="en-IN" sz="4800" b="1" i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Problem Statement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821726E-0140-C3D5-6B5D-FCD1D8F3F2D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346801" y="1458725"/>
            <a:ext cx="5195997" cy="4572000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/>
              <a:t>• Identify peak booking seasons</a:t>
            </a:r>
            <a:br>
              <a:rPr lang="en-US" dirty="0"/>
            </a:br>
            <a:r>
              <a:rPr lang="en-US" dirty="0"/>
              <a:t>• Understand customer segments</a:t>
            </a:r>
            <a:br>
              <a:rPr lang="en-US" dirty="0"/>
            </a:br>
            <a:r>
              <a:rPr lang="en-US" dirty="0"/>
              <a:t>• Reduce booking cancellations</a:t>
            </a:r>
            <a:br>
              <a:rPr lang="en-US" dirty="0"/>
            </a:br>
            <a:r>
              <a:rPr lang="en-US" dirty="0"/>
              <a:t>• Optimize pricing strategies</a:t>
            </a:r>
            <a:br>
              <a:rPr lang="en-US" dirty="0"/>
            </a:br>
            <a:br>
              <a:rPr lang="en-US" dirty="0"/>
            </a:br>
            <a:br>
              <a:rPr lang="en-US" dirty="0"/>
            </a:br>
            <a:r>
              <a:rPr lang="en-US" dirty="0"/>
              <a:t>This project aims to solve these challenges through </a:t>
            </a:r>
            <a:r>
              <a:rPr lang="en-US" b="1" dirty="0"/>
              <a:t>data analysis and visualization</a:t>
            </a:r>
            <a:r>
              <a:rPr lang="en-US" dirty="0"/>
              <a:t>.</a:t>
            </a:r>
            <a:endParaRPr lang="en-IN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E6A3721-254D-07A8-29F6-77200E42E78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1238084" y="3080790"/>
            <a:ext cx="4140708" cy="3057616"/>
          </a:xfrm>
          <a:noFill/>
          <a:scene3d>
            <a:camera prst="orthographicFront"/>
            <a:lightRig rig="freezing" dir="t"/>
          </a:scene3d>
          <a:sp3d prstMaterial="matte"/>
        </p:spPr>
        <p:txBody>
          <a:bodyPr>
            <a:normAutofit fontScale="92500" lnSpcReduction="20000"/>
          </a:bodyPr>
          <a:lstStyle/>
          <a:p>
            <a:br>
              <a:rPr lang="en-US" sz="2000" dirty="0"/>
            </a:br>
            <a:r>
              <a:rPr lang="en-US" sz="3200" dirty="0"/>
              <a:t>Hotels often face challenges in understanding booking patterns, customer behavior, and revenue trends.</a:t>
            </a:r>
            <a:br>
              <a:rPr lang="en-US" sz="3200" dirty="0"/>
            </a:br>
            <a:br>
              <a:rPr lang="en-US" sz="3200" dirty="0"/>
            </a:br>
            <a:endParaRPr lang="en-IN" sz="2000" dirty="0"/>
          </a:p>
        </p:txBody>
      </p:sp>
    </p:spTree>
    <p:extLst>
      <p:ext uri="{BB962C8B-B14F-4D97-AF65-F5344CB8AC3E}">
        <p14:creationId xmlns:p14="http://schemas.microsoft.com/office/powerpoint/2010/main" val="24695302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bg/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7" dur="500"/>
                                        <p:tgtEl>
                                          <p:spTgt spid="4">
                                            <p:bg/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2" dur="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build="p" animBg="1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D4ED220-F6D1-E492-5EE4-93B11EAD6E8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IN" b="1" i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Project Objectives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48C95C0-579C-A63B-EFBA-2F90CAC8D2C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The main objectives of this project are:</a:t>
            </a:r>
          </a:p>
          <a:p>
            <a:r>
              <a:rPr lang="en-US" dirty="0"/>
              <a:t>• Analyze hotel booking data to understand revenue trends</a:t>
            </a:r>
            <a:br>
              <a:rPr lang="en-US" dirty="0"/>
            </a:br>
            <a:r>
              <a:rPr lang="en-US" dirty="0"/>
              <a:t>• Identify key performance indicators for hotel performance</a:t>
            </a:r>
            <a:br>
              <a:rPr lang="en-US" dirty="0"/>
            </a:br>
            <a:r>
              <a:rPr lang="en-US" dirty="0"/>
              <a:t>• Create interactive dashboards using Power BI</a:t>
            </a:r>
            <a:br>
              <a:rPr lang="en-US" dirty="0"/>
            </a:br>
            <a:r>
              <a:rPr lang="en-US" dirty="0"/>
              <a:t>• Analyze occupancy patterns and booking behavior</a:t>
            </a:r>
            <a:br>
              <a:rPr lang="en-US" dirty="0"/>
            </a:br>
            <a:r>
              <a:rPr lang="en-US" dirty="0"/>
              <a:t>• Evaluate cancellation patterns and revenue loss</a:t>
            </a:r>
            <a:br>
              <a:rPr lang="en-US" dirty="0"/>
            </a:br>
            <a:r>
              <a:rPr lang="en-US" dirty="0"/>
              <a:t>• Use forecasting techniques to predict future revenue</a:t>
            </a:r>
          </a:p>
          <a:p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68503761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8F11F46-CD04-8795-8B31-D3199D3E5A4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58287" y="365125"/>
            <a:ext cx="10704707" cy="1405512"/>
          </a:xfrm>
        </p:spPr>
        <p:txBody>
          <a:bodyPr>
            <a:normAutofit fontScale="90000"/>
          </a:bodyPr>
          <a:lstStyle/>
          <a:p>
            <a:pPr algn="ctr"/>
            <a:r>
              <a:rPr lang="en-US" b="1" i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Dataset Overview </a:t>
            </a:r>
            <a:br>
              <a:rPr lang="en-US" b="1" i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</a:br>
            <a:r>
              <a:rPr lang="en-US" sz="2200" dirty="0"/>
              <a:t>The dataset used for this project is the </a:t>
            </a:r>
            <a:r>
              <a:rPr lang="en-US" sz="2200" b="1" dirty="0"/>
              <a:t>Hotel Booking Dataset from Kaggle</a:t>
            </a:r>
            <a:r>
              <a:rPr lang="en-US" sz="2200" dirty="0"/>
              <a:t>.</a:t>
            </a:r>
            <a:br>
              <a:rPr lang="en-US" sz="2200" dirty="0"/>
            </a:br>
            <a:endParaRPr lang="en-IN" sz="2200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D3AF2CA-7165-78C5-31AE-CCEA225FC95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410418" y="1657512"/>
            <a:ext cx="3207426" cy="421014"/>
          </a:xfrm>
        </p:spPr>
        <p:txBody>
          <a:bodyPr>
            <a:normAutofit lnSpcReduction="10000"/>
          </a:bodyPr>
          <a:lstStyle/>
          <a:p>
            <a:pPr algn="ctr"/>
            <a:r>
              <a:rPr lang="en-IN" dirty="0"/>
              <a:t>Dataset Information: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6EDFE60-02D2-C5A9-59EE-F289952BD03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80762" y="2193269"/>
            <a:ext cx="3740162" cy="811197"/>
          </a:xfrm>
        </p:spPr>
        <p:txBody>
          <a:bodyPr>
            <a:normAutofit fontScale="92500"/>
          </a:bodyPr>
          <a:lstStyle/>
          <a:p>
            <a:pPr marL="0" indent="0">
              <a:buNone/>
            </a:pPr>
            <a:r>
              <a:rPr lang="en-US" sz="1600" dirty="0"/>
              <a:t>• Time Period: </a:t>
            </a:r>
            <a:r>
              <a:rPr lang="en-US" sz="1600" b="1" dirty="0"/>
              <a:t>2015 – 2017</a:t>
            </a:r>
            <a:br>
              <a:rPr lang="en-US" sz="1600" dirty="0"/>
            </a:br>
            <a:r>
              <a:rPr lang="en-US" sz="1600" dirty="0"/>
              <a:t>• Total Records: </a:t>
            </a:r>
            <a:r>
              <a:rPr lang="en-US" sz="1600" b="1" dirty="0"/>
              <a:t>~120,000 bookings</a:t>
            </a:r>
            <a:br>
              <a:rPr lang="en-US" sz="1600" dirty="0"/>
            </a:br>
            <a:r>
              <a:rPr lang="en-US" sz="1600" dirty="0"/>
              <a:t>• Hotel Types: </a:t>
            </a:r>
            <a:r>
              <a:rPr lang="en-US" sz="1600" b="1" dirty="0"/>
              <a:t>City Hotel and Resort Hotel</a:t>
            </a:r>
            <a:endParaRPr lang="en-IN" sz="1600" dirty="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4A8D6155-83F3-0242-033D-432FB3FE94BE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4903" y="3324955"/>
            <a:ext cx="3210600" cy="402898"/>
          </a:xfrm>
        </p:spPr>
        <p:txBody>
          <a:bodyPr>
            <a:normAutofit lnSpcReduction="10000"/>
          </a:bodyPr>
          <a:lstStyle/>
          <a:p>
            <a:pPr algn="ctr"/>
            <a:r>
              <a:rPr lang="en-IN" dirty="0"/>
              <a:t>Key attributes include: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80556E3C-A2B7-DAC8-8359-CF53F64CDE53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758287" y="3906756"/>
            <a:ext cx="3067216" cy="2184150"/>
          </a:xfrm>
        </p:spPr>
        <p:txBody>
          <a:bodyPr>
            <a:normAutofit fontScale="92500"/>
          </a:bodyPr>
          <a:lstStyle/>
          <a:p>
            <a:pPr marL="0" indent="0">
              <a:buNone/>
            </a:pPr>
            <a:r>
              <a:rPr lang="en-US" sz="1800" dirty="0"/>
              <a:t>• Customer type</a:t>
            </a:r>
            <a:br>
              <a:rPr lang="en-US" sz="1800" dirty="0"/>
            </a:br>
            <a:r>
              <a:rPr lang="en-US" sz="1800" dirty="0"/>
              <a:t>• Market segment</a:t>
            </a:r>
            <a:br>
              <a:rPr lang="en-US" sz="1800" dirty="0"/>
            </a:br>
            <a:r>
              <a:rPr lang="en-US" sz="1800" dirty="0"/>
              <a:t>• Room category</a:t>
            </a:r>
            <a:br>
              <a:rPr lang="en-US" sz="1800" dirty="0"/>
            </a:br>
            <a:r>
              <a:rPr lang="en-US" sz="1800" dirty="0"/>
              <a:t>• Average daily rate (ADR)</a:t>
            </a:r>
            <a:br>
              <a:rPr lang="en-US" sz="1800" dirty="0"/>
            </a:br>
            <a:r>
              <a:rPr lang="en-US" sz="1800" dirty="0"/>
              <a:t>• Stay duration</a:t>
            </a:r>
            <a:br>
              <a:rPr lang="en-US" sz="1800" dirty="0"/>
            </a:br>
            <a:r>
              <a:rPr lang="en-US" sz="1800" dirty="0"/>
              <a:t>• Booking cancellations</a:t>
            </a:r>
            <a:br>
              <a:rPr lang="en-US" sz="1800" dirty="0"/>
            </a:br>
            <a:r>
              <a:rPr lang="en-US" sz="1800" dirty="0"/>
              <a:t>• Country of origin</a:t>
            </a:r>
            <a:endParaRPr lang="en-IN" sz="1800" dirty="0"/>
          </a:p>
        </p:txBody>
      </p:sp>
      <p:pic>
        <p:nvPicPr>
          <p:cNvPr id="1026" name="Picture 2" descr="Analyzing Booking Data for Splendor Hotel Groups Using Excel and Power BI |  by Egemolu Goodnews | Power BI Masterclass | Medium">
            <a:extLst>
              <a:ext uri="{FF2B5EF4-FFF2-40B4-BE49-F238E27FC236}">
                <a16:creationId xmlns:a16="http://schemas.microsoft.com/office/drawing/2014/main" id="{63AB056F-09AD-7ECA-1055-B66096964A4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485693" y="1770637"/>
            <a:ext cx="7598609" cy="427223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99344945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D9AC71-A7CB-89A3-8FC3-29305683298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6612" y="709204"/>
            <a:ext cx="5092906" cy="1574808"/>
          </a:xfrm>
        </p:spPr>
        <p:txBody>
          <a:bodyPr>
            <a:normAutofit/>
          </a:bodyPr>
          <a:lstStyle/>
          <a:p>
            <a:r>
              <a:rPr lang="en-IN" sz="4800" b="1" i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Data Preprocessing</a:t>
            </a:r>
          </a:p>
        </p:txBody>
      </p:sp>
      <p:pic>
        <p:nvPicPr>
          <p:cNvPr id="5" name="Picture Placeholder 4">
            <a:extLst>
              <a:ext uri="{FF2B5EF4-FFF2-40B4-BE49-F238E27FC236}">
                <a16:creationId xmlns:a16="http://schemas.microsoft.com/office/drawing/2014/main" id="{E1E56FB7-31C6-D4E0-F7DE-83A21EA55027}"/>
              </a:ext>
            </a:extLst>
          </p:cNvPr>
          <p:cNvPicPr>
            <a:picLocks noGrp="1" noChangeAspect="1"/>
          </p:cNvPicPr>
          <p:nvPr>
            <p:ph type="pic" idx="1"/>
          </p:nvPr>
        </p:nvPicPr>
        <p:blipFill>
          <a:blip r:embed="rId2"/>
          <a:srcRect l="12020" r="12020"/>
          <a:stretch>
            <a:fillRect/>
          </a:stretch>
        </p:blipFill>
        <p:spPr>
          <a:prstGeom prst="rect">
            <a:avLst/>
          </a:prstGeom>
        </p:spPr>
      </p:pic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1C25598-9CA9-7A94-2D37-70CFDDFA423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6612" y="2369488"/>
            <a:ext cx="3935413" cy="3499499"/>
          </a:xfrm>
        </p:spPr>
        <p:txBody>
          <a:bodyPr>
            <a:normAutofit/>
          </a:bodyPr>
          <a:lstStyle/>
          <a:p>
            <a:r>
              <a:rPr lang="en-US" dirty="0"/>
              <a:t>Before analysis, the dataset was cleaned and prepared.</a:t>
            </a:r>
            <a:br>
              <a:rPr lang="en-US" dirty="0"/>
            </a:br>
            <a:r>
              <a:rPr lang="en-US" dirty="0"/>
              <a:t>Data preprocessing steps included:</a:t>
            </a:r>
          </a:p>
          <a:p>
            <a:r>
              <a:rPr lang="en-US" dirty="0"/>
              <a:t>• Handling missing values</a:t>
            </a:r>
            <a:br>
              <a:rPr lang="en-US" dirty="0"/>
            </a:br>
            <a:r>
              <a:rPr lang="en-US" dirty="0"/>
              <a:t>• Removing duplicate records</a:t>
            </a:r>
            <a:br>
              <a:rPr lang="en-US" dirty="0"/>
            </a:br>
            <a:r>
              <a:rPr lang="en-US" dirty="0"/>
              <a:t>• Correcting inconsistent data entries</a:t>
            </a:r>
            <a:br>
              <a:rPr lang="en-US" dirty="0"/>
            </a:br>
            <a:r>
              <a:rPr lang="en-US" dirty="0"/>
              <a:t>• Converting date fields to proper format</a:t>
            </a:r>
            <a:br>
              <a:rPr lang="en-US" dirty="0"/>
            </a:br>
            <a:r>
              <a:rPr lang="en-US" dirty="0"/>
              <a:t>• Creating calculated columns for analysis</a:t>
            </a:r>
          </a:p>
          <a:p>
            <a:r>
              <a:rPr lang="en-US" dirty="0"/>
              <a:t>These steps ensured that the dataset was accurate and ready for visualization.</a:t>
            </a:r>
          </a:p>
          <a:p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26342134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B2DBF4A-5502-EB2C-68B7-4A2CCC0A467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199" y="365126"/>
            <a:ext cx="10540117" cy="838206"/>
          </a:xfrm>
        </p:spPr>
        <p:txBody>
          <a:bodyPr/>
          <a:lstStyle/>
          <a:p>
            <a:pPr algn="ctr"/>
            <a:r>
              <a:rPr lang="en-IN" b="1" i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Data </a:t>
            </a:r>
            <a:r>
              <a:rPr lang="en-IN" b="1" i="1" dirty="0" err="1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Modeling</a:t>
            </a:r>
            <a:endParaRPr lang="en-IN" b="1" i="1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endParaRPr>
          </a:p>
        </p:txBody>
      </p:sp>
      <p:pic>
        <p:nvPicPr>
          <p:cNvPr id="6" name="Content Placeholder 5">
            <a:extLst>
              <a:ext uri="{FF2B5EF4-FFF2-40B4-BE49-F238E27FC236}">
                <a16:creationId xmlns:a16="http://schemas.microsoft.com/office/drawing/2014/main" id="{CE08A884-9014-6C6A-769D-D6A7EECE308D}"/>
              </a:ext>
            </a:extLst>
          </p:cNvPr>
          <p:cNvPicPr>
            <a:picLocks noGrp="1" noChangeAspect="1"/>
          </p:cNvPicPr>
          <p:nvPr>
            <p:ph sz="half" idx="1"/>
          </p:nvPr>
        </p:nvPicPr>
        <p:blipFill>
          <a:blip r:embed="rId2"/>
          <a:srcRect l="9193" t="-205" r="12068" b="-699"/>
          <a:stretch>
            <a:fillRect/>
          </a:stretch>
        </p:blipFill>
        <p:spPr>
          <a:xfrm>
            <a:off x="636105" y="1367624"/>
            <a:ext cx="5590009" cy="4317559"/>
          </a:xfrm>
          <a:prstGeom prst="rect">
            <a:avLst/>
          </a:prstGeom>
        </p:spPr>
      </p:pic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111DB23-87F8-7114-CDC9-F3C9317599F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718854" y="1288111"/>
            <a:ext cx="5327374" cy="4977517"/>
          </a:xfrm>
        </p:spPr>
        <p:txBody>
          <a:bodyPr>
            <a:normAutofit fontScale="92500" lnSpcReduction="20000"/>
          </a:bodyPr>
          <a:lstStyle/>
          <a:p>
            <a:r>
              <a:rPr lang="en-US" dirty="0"/>
              <a:t>Data modeling was performed in </a:t>
            </a:r>
            <a:r>
              <a:rPr lang="en-US" b="1" dirty="0"/>
              <a:t>Power BI</a:t>
            </a:r>
            <a:r>
              <a:rPr lang="en-US" dirty="0"/>
              <a:t> to organize the dataset for efficient analysis.</a:t>
            </a:r>
          </a:p>
          <a:p>
            <a:r>
              <a:rPr lang="en-US" dirty="0"/>
              <a:t>Key modeling steps:</a:t>
            </a:r>
          </a:p>
          <a:p>
            <a:r>
              <a:rPr lang="en-US" dirty="0"/>
              <a:t>• Establishing relationships between tables</a:t>
            </a:r>
            <a:br>
              <a:rPr lang="en-US" dirty="0"/>
            </a:br>
            <a:r>
              <a:rPr lang="en-US" dirty="0"/>
              <a:t>• Creating calculated measures using </a:t>
            </a:r>
            <a:r>
              <a:rPr lang="en-US" b="1" dirty="0"/>
              <a:t>DAX</a:t>
            </a:r>
            <a:br>
              <a:rPr lang="en-US" dirty="0"/>
            </a:br>
            <a:r>
              <a:rPr lang="en-US" dirty="0"/>
              <a:t>• Designing a structured data model for analysis</a:t>
            </a:r>
            <a:br>
              <a:rPr lang="en-US" dirty="0"/>
            </a:br>
            <a:r>
              <a:rPr lang="en-US" dirty="0"/>
              <a:t>• Defining key performance indicators</a:t>
            </a:r>
          </a:p>
          <a:p>
            <a:r>
              <a:rPr lang="en-US" dirty="0"/>
              <a:t>This step helped improve query performance and enabled interactive dashboards.</a:t>
            </a:r>
          </a:p>
          <a:p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07038633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557F14F-7A7F-2944-90FA-7E15AB0A4EE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IN" b="1" i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Key Performance Indicators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0C5D4D9-292F-52BD-4EC8-DAFD0F8401B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To measure hotel performance, the following KPIs were used:</a:t>
            </a:r>
          </a:p>
          <a:p>
            <a:pPr marL="0" indent="0">
              <a:buNone/>
            </a:pPr>
            <a:r>
              <a:rPr lang="en-US" dirty="0"/>
              <a:t>• </a:t>
            </a:r>
            <a:r>
              <a:rPr lang="en-US" b="1" dirty="0"/>
              <a:t>Total Revenue</a:t>
            </a:r>
            <a:r>
              <a:rPr lang="en-US" dirty="0"/>
              <a:t> – Revenue generated from bookings</a:t>
            </a:r>
            <a:br>
              <a:rPr lang="en-US" dirty="0"/>
            </a:br>
            <a:r>
              <a:rPr lang="en-US" dirty="0"/>
              <a:t>• </a:t>
            </a:r>
            <a:r>
              <a:rPr lang="en-US" b="1" dirty="0"/>
              <a:t>Total Bookings</a:t>
            </a:r>
            <a:r>
              <a:rPr lang="en-US" dirty="0"/>
              <a:t> – Number of confirmed bookings</a:t>
            </a:r>
            <a:br>
              <a:rPr lang="en-US" dirty="0"/>
            </a:br>
            <a:r>
              <a:rPr lang="en-US" dirty="0"/>
              <a:t>• </a:t>
            </a:r>
            <a:r>
              <a:rPr lang="en-US" b="1" dirty="0"/>
              <a:t>Average Daily Rate (ADR)</a:t>
            </a:r>
            <a:r>
              <a:rPr lang="en-US" dirty="0"/>
              <a:t> – Average price per room</a:t>
            </a:r>
            <a:br>
              <a:rPr lang="en-US" dirty="0"/>
            </a:br>
            <a:r>
              <a:rPr lang="en-US" dirty="0"/>
              <a:t>• </a:t>
            </a:r>
            <a:r>
              <a:rPr lang="en-US" b="1" dirty="0"/>
              <a:t>Occupancy Rate</a:t>
            </a:r>
            <a:r>
              <a:rPr lang="en-US" dirty="0"/>
              <a:t> – Percentage of rooms booked</a:t>
            </a:r>
            <a:br>
              <a:rPr lang="en-US" dirty="0"/>
            </a:br>
            <a:r>
              <a:rPr lang="en-US" dirty="0"/>
              <a:t>• </a:t>
            </a:r>
            <a:r>
              <a:rPr lang="en-US" b="1" dirty="0"/>
              <a:t>Cancellation Rate</a:t>
            </a:r>
            <a:r>
              <a:rPr lang="en-US" dirty="0"/>
              <a:t> – Percentage of cancelled bookings</a:t>
            </a:r>
            <a:br>
              <a:rPr lang="en-US" dirty="0"/>
            </a:br>
            <a:r>
              <a:rPr lang="en-US" dirty="0"/>
              <a:t>• </a:t>
            </a:r>
            <a:r>
              <a:rPr lang="en-US" b="1" dirty="0"/>
              <a:t>Revenue Loss</a:t>
            </a:r>
            <a:r>
              <a:rPr lang="en-US" dirty="0"/>
              <a:t> – Revenue lost due to cancellations</a:t>
            </a:r>
          </a:p>
          <a:p>
            <a:r>
              <a:rPr lang="en-US" dirty="0"/>
              <a:t>These KPIs help evaluate the financial performance of hotels.</a:t>
            </a:r>
          </a:p>
        </p:txBody>
      </p:sp>
    </p:spTree>
    <p:extLst>
      <p:ext uri="{BB962C8B-B14F-4D97-AF65-F5344CB8AC3E}">
        <p14:creationId xmlns:p14="http://schemas.microsoft.com/office/powerpoint/2010/main" val="240682161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7A3A2FD-866B-4BF3-2837-00894306E0A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78641" y="-119270"/>
            <a:ext cx="10634718" cy="1007458"/>
          </a:xfrm>
        </p:spPr>
        <p:txBody>
          <a:bodyPr>
            <a:noAutofit/>
          </a:bodyPr>
          <a:lstStyle/>
          <a:p>
            <a:pPr algn="ctr"/>
            <a:r>
              <a:rPr lang="en-US" sz="4400" b="1" i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Revenue Performance Dashboard </a:t>
            </a:r>
            <a:endParaRPr lang="en-IN" sz="4400" b="1" i="1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endParaRP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2E3F66D-192D-DB0B-2EE8-B3D15773999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389614" y="1121135"/>
            <a:ext cx="4381170" cy="5425322"/>
          </a:xfrm>
        </p:spPr>
        <p:txBody>
          <a:bodyPr>
            <a:normAutofit lnSpcReduction="10000"/>
          </a:bodyPr>
          <a:lstStyle/>
          <a:p>
            <a:r>
              <a:rPr lang="en-US" dirty="0"/>
              <a:t>This dashboard provides an overview of the </a:t>
            </a:r>
            <a:r>
              <a:rPr lang="en-US" b="1" dirty="0"/>
              <a:t>hotel revenue performance over time</a:t>
            </a:r>
            <a:r>
              <a:rPr lang="en-US" dirty="0"/>
              <a:t> and compares the performance of </a:t>
            </a:r>
            <a:r>
              <a:rPr lang="en-US" b="1" dirty="0"/>
              <a:t>City Hotels and Resort Hotels</a:t>
            </a:r>
            <a:r>
              <a:rPr lang="en-US" dirty="0"/>
              <a:t>.</a:t>
            </a:r>
          </a:p>
          <a:p>
            <a:r>
              <a:rPr lang="en-US" i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Key Metrics Displayed</a:t>
            </a:r>
          </a:p>
          <a:p>
            <a:r>
              <a:rPr lang="en-US" dirty="0"/>
              <a:t>• </a:t>
            </a:r>
            <a:r>
              <a:rPr lang="en-US" b="1" dirty="0"/>
              <a:t>Total Revenue:</a:t>
            </a:r>
            <a:r>
              <a:rPr lang="en-US" dirty="0"/>
              <a:t> ₹25.99M generated from hotel bookings</a:t>
            </a:r>
            <a:br>
              <a:rPr lang="en-US" dirty="0"/>
            </a:br>
            <a:r>
              <a:rPr lang="en-US" dirty="0"/>
              <a:t>• </a:t>
            </a:r>
            <a:r>
              <a:rPr lang="en-US" b="1" dirty="0"/>
              <a:t>Average ADR:</a:t>
            </a:r>
            <a:r>
              <a:rPr lang="en-US" dirty="0"/>
              <a:t> ₹100.17 average room price per night</a:t>
            </a:r>
            <a:br>
              <a:rPr lang="en-US" dirty="0"/>
            </a:br>
            <a:r>
              <a:rPr lang="en-US" dirty="0"/>
              <a:t>• </a:t>
            </a:r>
            <a:r>
              <a:rPr lang="en-US" b="1" dirty="0"/>
              <a:t>Total Not Cancelled Nights:</a:t>
            </a:r>
            <a:r>
              <a:rPr lang="en-US" dirty="0"/>
              <a:t> 254K nights stayed</a:t>
            </a:r>
          </a:p>
          <a:p>
            <a:r>
              <a:rPr lang="en-US" b="1" dirty="0"/>
              <a:t>Key Visual Insights</a:t>
            </a:r>
            <a:endParaRPr lang="en-US" dirty="0"/>
          </a:p>
          <a:p>
            <a:r>
              <a:rPr lang="en-US" dirty="0"/>
              <a:t>• Monthly revenue trends help identify </a:t>
            </a:r>
            <a:r>
              <a:rPr lang="en-US" b="1" dirty="0"/>
              <a:t>seasonal demand patterns</a:t>
            </a:r>
            <a:br>
              <a:rPr lang="en-US" dirty="0"/>
            </a:br>
            <a:r>
              <a:rPr lang="en-US" dirty="0"/>
              <a:t>• City hotels generally generate </a:t>
            </a:r>
            <a:r>
              <a:rPr lang="en-US" b="1" dirty="0"/>
              <a:t>higher revenue compared to resort hotels</a:t>
            </a:r>
            <a:br>
              <a:rPr lang="en-US" dirty="0"/>
            </a:br>
            <a:r>
              <a:rPr lang="en-US" dirty="0"/>
              <a:t>• ADR trends show </a:t>
            </a:r>
            <a:r>
              <a:rPr lang="en-US" b="1" dirty="0"/>
              <a:t>pricing variations across different months</a:t>
            </a:r>
            <a:br>
              <a:rPr lang="en-US" dirty="0"/>
            </a:br>
            <a:r>
              <a:rPr lang="en-US" dirty="0"/>
              <a:t>• Revenue by customer type shows which guest segments contribute most to revenue</a:t>
            </a:r>
            <a:br>
              <a:rPr lang="en-US" dirty="0"/>
            </a:br>
            <a:r>
              <a:rPr lang="en-US" dirty="0"/>
              <a:t>• Geographic map visualizes </a:t>
            </a:r>
            <a:r>
              <a:rPr lang="en-US" b="1" dirty="0"/>
              <a:t>revenue distribution by country</a:t>
            </a:r>
            <a:endParaRPr lang="en-US" dirty="0"/>
          </a:p>
          <a:p>
            <a:r>
              <a:rPr lang="en-US" dirty="0"/>
              <a:t>This dashboard helps hotel managers understand </a:t>
            </a:r>
            <a:r>
              <a:rPr lang="en-US" b="1" dirty="0"/>
              <a:t>revenue trends, pricing performance, and customer contribution to revenue growth</a:t>
            </a:r>
            <a:r>
              <a:rPr lang="en-US" dirty="0"/>
              <a:t>.</a:t>
            </a:r>
          </a:p>
        </p:txBody>
      </p:sp>
      <p:pic>
        <p:nvPicPr>
          <p:cNvPr id="13" name="Picture Placeholder 5">
            <a:extLst>
              <a:ext uri="{FF2B5EF4-FFF2-40B4-BE49-F238E27FC236}">
                <a16:creationId xmlns:a16="http://schemas.microsoft.com/office/drawing/2014/main" id="{2B2EFE92-D731-744B-AE24-AB439B1E4C9D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632" t="33" r="1367"/>
          <a:stretch>
            <a:fillRect/>
          </a:stretch>
        </p:blipFill>
        <p:spPr>
          <a:xfrm>
            <a:off x="4871405" y="1492944"/>
            <a:ext cx="7153359" cy="413328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1576332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7B5D39D-82E4-7F7B-FD47-634D7232C7B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F078399-BB25-8A4A-D481-7759BC0A754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78641" y="0"/>
            <a:ext cx="10634718" cy="1007458"/>
          </a:xfrm>
        </p:spPr>
        <p:txBody>
          <a:bodyPr>
            <a:noAutofit/>
          </a:bodyPr>
          <a:lstStyle/>
          <a:p>
            <a:pPr algn="ctr"/>
            <a:r>
              <a:rPr lang="en-IN" sz="4400" b="1" i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Occupancy &amp; Demand Analysis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8D6A320A-ABE4-B27A-C6AD-415422BF98E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339865" y="1488935"/>
            <a:ext cx="4377792" cy="5008968"/>
          </a:xfrm>
        </p:spPr>
        <p:txBody>
          <a:bodyPr>
            <a:normAutofit/>
          </a:bodyPr>
          <a:lstStyle/>
          <a:p>
            <a:r>
              <a:rPr lang="en-US" dirty="0"/>
              <a:t>This dashboard analyzes hotel booking demand and occupancy patterns across different time periods.</a:t>
            </a:r>
          </a:p>
          <a:p>
            <a:r>
              <a:rPr lang="en-US" dirty="0"/>
              <a:t>Key Metrics:</a:t>
            </a:r>
          </a:p>
          <a:p>
            <a:r>
              <a:rPr lang="en-US" dirty="0"/>
              <a:t>Occupancy Rate</a:t>
            </a:r>
          </a:p>
          <a:p>
            <a:r>
              <a:rPr lang="en-US" dirty="0"/>
              <a:t>Total Bookings</a:t>
            </a:r>
          </a:p>
          <a:p>
            <a:r>
              <a:rPr lang="en-US" dirty="0"/>
              <a:t>Room Capacity</a:t>
            </a:r>
          </a:p>
          <a:p>
            <a:r>
              <a:rPr lang="en-US" dirty="0"/>
              <a:t>Key Insights:</a:t>
            </a:r>
          </a:p>
          <a:p>
            <a:r>
              <a:rPr lang="en-US" dirty="0"/>
              <a:t>City hotels show higher occupancy rates compared to resort hotels</a:t>
            </a:r>
          </a:p>
          <a:p>
            <a:r>
              <a:rPr lang="en-US" dirty="0"/>
              <a:t>Booking demand varies across months indicating seasonal trends</a:t>
            </a:r>
          </a:p>
          <a:p>
            <a:r>
              <a:rPr lang="en-US" dirty="0"/>
              <a:t>Peak demand occurs during mid-year months</a:t>
            </a:r>
          </a:p>
          <a:p>
            <a:r>
              <a:rPr lang="en-US" dirty="0"/>
              <a:t>Market segments influence booking patterns</a:t>
            </a:r>
          </a:p>
        </p:txBody>
      </p:sp>
      <p:pic>
        <p:nvPicPr>
          <p:cNvPr id="7" name="Picture Placeholder 11">
            <a:extLst>
              <a:ext uri="{FF2B5EF4-FFF2-40B4-BE49-F238E27FC236}">
                <a16:creationId xmlns:a16="http://schemas.microsoft.com/office/drawing/2014/main" id="{D1FFBE11-6842-0BB5-AE95-D39AB6B2CCF4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-10438" t="-8679" r="-6579" b="-8838"/>
          <a:stretch>
            <a:fillRect/>
          </a:stretch>
        </p:blipFill>
        <p:spPr>
          <a:xfrm>
            <a:off x="4240226" y="1199447"/>
            <a:ext cx="8350981" cy="48736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96938631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3940E9B-7543-2B0C-BF8B-315E44247AF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372A306-99FF-DEE3-D3E4-0B982017F95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78641" y="90083"/>
            <a:ext cx="10634718" cy="1007458"/>
          </a:xfrm>
        </p:spPr>
        <p:txBody>
          <a:bodyPr>
            <a:noAutofit/>
          </a:bodyPr>
          <a:lstStyle/>
          <a:p>
            <a:pPr algn="ctr"/>
            <a:r>
              <a:rPr lang="en-IN" sz="4400" b="1" i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Cancellation Behaviour &amp; Revenue Loss</a:t>
            </a:r>
            <a:endParaRPr lang="en-US" sz="4400" b="1" i="1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endParaRP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8389EED-8ECC-FE54-BEEA-A0779F8AD67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333956" y="1415333"/>
            <a:ext cx="4366508" cy="5057030"/>
          </a:xfrm>
        </p:spPr>
        <p:txBody>
          <a:bodyPr>
            <a:normAutofit lnSpcReduction="10000"/>
          </a:bodyPr>
          <a:lstStyle/>
          <a:p>
            <a:r>
              <a:rPr lang="en-US" dirty="0"/>
              <a:t>This dashboard focuses on analyzing </a:t>
            </a:r>
            <a:r>
              <a:rPr lang="en-US" b="1" dirty="0"/>
              <a:t>booking cancellations and the financial impact of lost revenue</a:t>
            </a:r>
            <a:r>
              <a:rPr lang="en-US" dirty="0"/>
              <a:t>.</a:t>
            </a:r>
          </a:p>
          <a:p>
            <a:r>
              <a:rPr lang="en-US" b="1" dirty="0"/>
              <a:t>Key Metrics</a:t>
            </a:r>
            <a:endParaRPr lang="en-US" dirty="0"/>
          </a:p>
          <a:p>
            <a:r>
              <a:rPr lang="en-US" dirty="0"/>
              <a:t>• </a:t>
            </a:r>
            <a:r>
              <a:rPr lang="en-US" b="1" dirty="0"/>
              <a:t>Cancellation Rate:</a:t>
            </a:r>
            <a:r>
              <a:rPr lang="en-US" dirty="0"/>
              <a:t> 36.98%</a:t>
            </a:r>
            <a:br>
              <a:rPr lang="en-US" dirty="0"/>
            </a:br>
            <a:r>
              <a:rPr lang="en-US" dirty="0"/>
              <a:t>• </a:t>
            </a:r>
            <a:r>
              <a:rPr lang="en-US" b="1" dirty="0"/>
              <a:t>Revenue Lost:</a:t>
            </a:r>
            <a:r>
              <a:rPr lang="en-US" dirty="0"/>
              <a:t> ₹16.73M</a:t>
            </a:r>
            <a:br>
              <a:rPr lang="en-US" dirty="0"/>
            </a:br>
            <a:r>
              <a:rPr lang="en-US" dirty="0"/>
              <a:t>• </a:t>
            </a:r>
            <a:r>
              <a:rPr lang="en-US" b="1" dirty="0"/>
              <a:t>Cancelled Bookings:</a:t>
            </a:r>
            <a:r>
              <a:rPr lang="en-US" dirty="0"/>
              <a:t> 44K</a:t>
            </a:r>
          </a:p>
          <a:p>
            <a:r>
              <a:rPr lang="en-US" b="1" dirty="0"/>
              <a:t>Key Insights</a:t>
            </a:r>
            <a:endParaRPr lang="en-US" dirty="0"/>
          </a:p>
          <a:p>
            <a:r>
              <a:rPr lang="en-US" dirty="0"/>
              <a:t>• Online travel agencies contribute to the </a:t>
            </a:r>
            <a:r>
              <a:rPr lang="en-US" b="1" dirty="0"/>
              <a:t>highest revenue loss due to cancellations</a:t>
            </a:r>
            <a:br>
              <a:rPr lang="en-US" dirty="0"/>
            </a:br>
            <a:r>
              <a:rPr lang="en-US" dirty="0"/>
              <a:t>• Cancellation rates increase with </a:t>
            </a:r>
            <a:r>
              <a:rPr lang="en-US" b="1" dirty="0"/>
              <a:t>longer lead times</a:t>
            </a:r>
            <a:br>
              <a:rPr lang="en-US" dirty="0"/>
            </a:br>
            <a:r>
              <a:rPr lang="en-US" dirty="0"/>
              <a:t>• Both hotel types experience cancellations, but the pattern varies across months</a:t>
            </a:r>
            <a:br>
              <a:rPr lang="en-US" dirty="0"/>
            </a:br>
            <a:r>
              <a:rPr lang="en-US" dirty="0"/>
              <a:t>• Market segment analysis helps identify </a:t>
            </a:r>
            <a:r>
              <a:rPr lang="en-US" b="1" dirty="0"/>
              <a:t>high-risk booking channels</a:t>
            </a:r>
            <a:endParaRPr lang="en-US" dirty="0"/>
          </a:p>
          <a:p>
            <a:r>
              <a:rPr lang="en-US" dirty="0"/>
              <a:t>Understanding cancellation behavior allows hotels to </a:t>
            </a:r>
            <a:r>
              <a:rPr lang="en-US" b="1" dirty="0"/>
              <a:t>implement strategies such as flexible pricing, deposit policies, and improved booking management</a:t>
            </a:r>
            <a:r>
              <a:rPr lang="en-US" dirty="0"/>
              <a:t>.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EF9983F3-C8E4-2217-8882-DA4B9C0BE96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00463" y="1582843"/>
            <a:ext cx="7388382" cy="417761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26472643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47413B-CC55-E95C-56B6-1EA53B70205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F343ECB-ED62-2653-2EC8-76E29D15220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11543"/>
            <a:ext cx="10634718" cy="1007458"/>
          </a:xfrm>
        </p:spPr>
        <p:txBody>
          <a:bodyPr>
            <a:noAutofit/>
          </a:bodyPr>
          <a:lstStyle/>
          <a:p>
            <a:pPr algn="ctr"/>
            <a:r>
              <a:rPr lang="en-IN" sz="4400" b="1" i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Revenue Forecasting Dashboard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44AAB7B-9CA8-8664-0BFF-718F5B45CFC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347958" y="1651289"/>
            <a:ext cx="4424067" cy="4814247"/>
          </a:xfrm>
        </p:spPr>
        <p:txBody>
          <a:bodyPr>
            <a:normAutofit lnSpcReduction="10000"/>
          </a:bodyPr>
          <a:lstStyle/>
          <a:p>
            <a:r>
              <a:rPr lang="en-US" dirty="0"/>
              <a:t>This dashboard uses </a:t>
            </a:r>
            <a:r>
              <a:rPr lang="en-US" b="1" dirty="0"/>
              <a:t>Power BI forecasting capabilities</a:t>
            </a:r>
            <a:r>
              <a:rPr lang="en-US" dirty="0"/>
              <a:t> to predict future revenue trends based on historical booking data.</a:t>
            </a:r>
          </a:p>
          <a:p>
            <a:r>
              <a:rPr lang="en-US" b="1" dirty="0"/>
              <a:t>Key Metrics</a:t>
            </a:r>
            <a:endParaRPr lang="en-US" dirty="0"/>
          </a:p>
          <a:p>
            <a:r>
              <a:rPr lang="en-US" dirty="0"/>
              <a:t>• </a:t>
            </a:r>
            <a:r>
              <a:rPr lang="en-US" b="1" dirty="0"/>
              <a:t>Revenue Growth:</a:t>
            </a:r>
            <a:r>
              <a:rPr lang="en-US" dirty="0"/>
              <a:t> 60.63%</a:t>
            </a:r>
            <a:br>
              <a:rPr lang="en-US" dirty="0"/>
            </a:br>
            <a:r>
              <a:rPr lang="en-US" dirty="0"/>
              <a:t>• </a:t>
            </a:r>
            <a:r>
              <a:rPr lang="en-US" b="1" dirty="0"/>
              <a:t>Average Monthly Revenue:</a:t>
            </a:r>
            <a:r>
              <a:rPr lang="en-US" dirty="0"/>
              <a:t> ₹999.5K</a:t>
            </a:r>
            <a:br>
              <a:rPr lang="en-US" dirty="0"/>
            </a:br>
            <a:r>
              <a:rPr lang="en-US" dirty="0"/>
              <a:t>• </a:t>
            </a:r>
            <a:r>
              <a:rPr lang="en-US" b="1" dirty="0"/>
              <a:t>Last 12 Months Revenue:</a:t>
            </a:r>
            <a:r>
              <a:rPr lang="en-US" dirty="0"/>
              <a:t> ₹9.81M</a:t>
            </a:r>
            <a:br>
              <a:rPr lang="en-US" dirty="0"/>
            </a:br>
            <a:r>
              <a:rPr lang="en-US" dirty="0"/>
              <a:t>• </a:t>
            </a:r>
            <a:r>
              <a:rPr lang="en-US" b="1" dirty="0"/>
              <a:t>Total Revenue:</a:t>
            </a:r>
            <a:r>
              <a:rPr lang="en-US" dirty="0"/>
              <a:t> ₹25.99M</a:t>
            </a:r>
          </a:p>
          <a:p>
            <a:r>
              <a:rPr lang="en-US" b="1" dirty="0"/>
              <a:t>Key Insights</a:t>
            </a:r>
            <a:endParaRPr lang="en-US" dirty="0"/>
          </a:p>
          <a:p>
            <a:r>
              <a:rPr lang="en-US" dirty="0"/>
              <a:t>• Revenue trends show </a:t>
            </a:r>
            <a:r>
              <a:rPr lang="en-US" b="1" dirty="0"/>
              <a:t>consistent growth over time</a:t>
            </a:r>
            <a:br>
              <a:rPr lang="en-US" dirty="0"/>
            </a:br>
            <a:r>
              <a:rPr lang="en-US" dirty="0"/>
              <a:t>• Forecasting predicts </a:t>
            </a:r>
            <a:r>
              <a:rPr lang="en-US" b="1" dirty="0"/>
              <a:t>future revenue fluctuations based on historical patterns</a:t>
            </a:r>
            <a:br>
              <a:rPr lang="en-US" dirty="0"/>
            </a:br>
            <a:r>
              <a:rPr lang="en-US" dirty="0"/>
              <a:t>• Market segment filters help analyze </a:t>
            </a:r>
            <a:r>
              <a:rPr lang="en-US" b="1" dirty="0"/>
              <a:t>revenue contributions from different booking channels</a:t>
            </a:r>
            <a:br>
              <a:rPr lang="en-US" dirty="0"/>
            </a:br>
            <a:r>
              <a:rPr lang="en-US" dirty="0"/>
              <a:t>• Year and hotel filters allow deeper analysis of revenue trends</a:t>
            </a:r>
          </a:p>
          <a:p>
            <a:r>
              <a:rPr lang="en-US" dirty="0"/>
              <a:t>Forecasting enables hotel managers to </a:t>
            </a:r>
            <a:r>
              <a:rPr lang="en-US" b="1" dirty="0"/>
              <a:t>anticipate demand, optimize pricing strategies, and improve long-term revenue planning</a:t>
            </a:r>
            <a:r>
              <a:rPr lang="en-US" dirty="0"/>
              <a:t>.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7380DD75-4A98-1132-8BE0-573F86EB989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72025" y="1651289"/>
            <a:ext cx="7312339" cy="413328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04831464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65199FC-E3A9-5EE6-4E32-A6FB3F34BE3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IN" b="1" i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Key Insights and Business Impact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96109BA-7DD4-6A36-696F-29B8478FF690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1455089" y="1825624"/>
            <a:ext cx="3586038" cy="4667251"/>
          </a:xfrm>
        </p:spPr>
        <p:txBody>
          <a:bodyPr>
            <a:normAutofit/>
          </a:bodyPr>
          <a:lstStyle/>
          <a:p>
            <a:r>
              <a:rPr lang="en-US" b="1" dirty="0"/>
              <a:t>Key Insights</a:t>
            </a:r>
          </a:p>
          <a:p>
            <a:pPr marL="0" indent="0">
              <a:buNone/>
            </a:pPr>
            <a:endParaRPr lang="en-US" dirty="0"/>
          </a:p>
          <a:p>
            <a:r>
              <a:rPr lang="en-US" sz="2000" dirty="0"/>
              <a:t>City hotels generate higher revenue</a:t>
            </a:r>
          </a:p>
          <a:p>
            <a:r>
              <a:rPr lang="en-US" sz="2000" dirty="0"/>
              <a:t>Peak demand occurs during mid-year months</a:t>
            </a:r>
          </a:p>
          <a:p>
            <a:r>
              <a:rPr lang="en-US" sz="2000" dirty="0"/>
              <a:t>Online travel agencies dominate bookings</a:t>
            </a:r>
          </a:p>
          <a:p>
            <a:r>
              <a:rPr lang="en-US" sz="2000" dirty="0"/>
              <a:t>High cancellations lead to revenue loss</a:t>
            </a:r>
          </a:p>
          <a:p>
            <a:endParaRPr lang="en-IN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D5EF116-59B6-DF15-FEB6-88A209B1BC0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329238" y="1825624"/>
            <a:ext cx="5000045" cy="4018819"/>
          </a:xfrm>
        </p:spPr>
        <p:txBody>
          <a:bodyPr>
            <a:normAutofit/>
          </a:bodyPr>
          <a:lstStyle/>
          <a:p>
            <a:r>
              <a:rPr lang="en-IN" b="1" dirty="0"/>
              <a:t>Business Impact</a:t>
            </a:r>
            <a:br>
              <a:rPr lang="en-IN" b="1" dirty="0"/>
            </a:br>
            <a:br>
              <a:rPr lang="en-IN" b="1" dirty="0"/>
            </a:br>
            <a:br>
              <a:rPr lang="en-IN" b="1" dirty="0"/>
            </a:br>
            <a:br>
              <a:rPr lang="en-IN" b="1" dirty="0"/>
            </a:br>
            <a:endParaRPr lang="en-IN" b="1" dirty="0"/>
          </a:p>
        </p:txBody>
      </p:sp>
      <p:sp>
        <p:nvSpPr>
          <p:cNvPr id="10" name="Rectangle 5">
            <a:extLst>
              <a:ext uri="{FF2B5EF4-FFF2-40B4-BE49-F238E27FC236}">
                <a16:creationId xmlns:a16="http://schemas.microsoft.com/office/drawing/2014/main" id="{E3DC5E65-7AAA-D307-F847-DE79E00B1381}"/>
              </a:ext>
            </a:extLst>
          </p:cNvPr>
          <p:cNvSpPr>
            <a:spLocks noChangeArrowheads="1"/>
          </p:cNvSpPr>
          <p:nvPr/>
        </p:nvSpPr>
        <p:spPr bwMode="auto">
          <a:xfrm>
            <a:off x="6329238" y="2722942"/>
            <a:ext cx="3856382" cy="34778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r>
              <a:rPr lang="en-US" sz="2000" dirty="0"/>
              <a:t>The insights derived from the dashboards help hotel managers:</a:t>
            </a:r>
          </a:p>
          <a:p>
            <a:r>
              <a:rPr lang="en-US" sz="2000" dirty="0"/>
              <a:t>•   Optimize pricing strategies     	based on demand trends</a:t>
            </a:r>
          </a:p>
          <a:p>
            <a:r>
              <a:rPr lang="en-US" sz="2000" dirty="0"/>
              <a:t>•   Improve occupancy planning 	and room allocation</a:t>
            </a:r>
          </a:p>
          <a:p>
            <a:r>
              <a:rPr lang="en-US" sz="2000" dirty="0"/>
              <a:t>•   Reduce revenue loss caused 	by booking cancellations</a:t>
            </a:r>
          </a:p>
          <a:p>
            <a:r>
              <a:rPr lang="en-US" sz="2000" dirty="0"/>
              <a:t>•   Improve demand forecasting 	and revenue planning</a:t>
            </a:r>
            <a:br>
              <a:rPr kumimoji="0" lang="en-US" altLang="en-US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</a:br>
            <a:endParaRPr kumimoji="0" lang="en-US" altLang="en-US" sz="20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000907245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7239715-38AC-ECB6-2DBA-2625013B601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717672" y="4935705"/>
            <a:ext cx="9404723" cy="1400530"/>
          </a:xfrm>
        </p:spPr>
        <p:txBody>
          <a:bodyPr/>
          <a:lstStyle/>
          <a:p>
            <a:pPr algn="ctr"/>
            <a:r>
              <a:rPr lang="en-IN" b="1" i="1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Thank You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06C58BE-4C50-9FE5-57B1-42A46259FF6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9697278" cy="3271161"/>
          </a:xfrm>
        </p:spPr>
        <p:txBody>
          <a:bodyPr>
            <a:normAutofit lnSpcReduction="10000"/>
          </a:bodyPr>
          <a:lstStyle/>
          <a:p>
            <a:r>
              <a:rPr lang="en-US" dirty="0"/>
              <a:t>This project demonstrates how Power BI dashboards can transform hotel booking data into meaningful business insights.</a:t>
            </a:r>
          </a:p>
          <a:p>
            <a:r>
              <a:rPr lang="en-US" dirty="0"/>
              <a:t>Through revenue analysis, occupancy trends, cancellation behavior, and forecasting models, hotel managers can better understand booking patterns and optimize revenue strategies.</a:t>
            </a:r>
          </a:p>
          <a:p>
            <a:r>
              <a:rPr lang="en-US" dirty="0"/>
              <a:t>Interactive dashboards allow stakeholders to monitor performance and make data-driven decisions.</a:t>
            </a:r>
          </a:p>
          <a:p>
            <a:pPr marL="0" indent="0">
              <a:buNone/>
            </a:pPr>
            <a:endParaRPr lang="en-IN" dirty="0"/>
          </a:p>
        </p:txBody>
      </p:sp>
      <p:sp>
        <p:nvSpPr>
          <p:cNvPr id="5" name="Title 1">
            <a:extLst>
              <a:ext uri="{FF2B5EF4-FFF2-40B4-BE49-F238E27FC236}">
                <a16:creationId xmlns:a16="http://schemas.microsoft.com/office/drawing/2014/main" id="{ACD2441C-9AD8-9060-E62B-EA60947A84C3}"/>
              </a:ext>
            </a:extLst>
          </p:cNvPr>
          <p:cNvSpPr txBox="1">
            <a:spLocks/>
          </p:cNvSpPr>
          <p:nvPr/>
        </p:nvSpPr>
        <p:spPr>
          <a:xfrm>
            <a:off x="798511" y="605118"/>
            <a:ext cx="9404723" cy="1400530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>
            <a:lvl1pPr algn="l" defTabSz="457200" rtl="0" eaLnBrk="1" latinLnBrk="0" hangingPunct="1">
              <a:spcBef>
                <a:spcPct val="0"/>
              </a:spcBef>
              <a:buNone/>
              <a:defRPr sz="4200" b="0" i="0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pPr algn="ctr"/>
            <a:r>
              <a:rPr lang="en-IN" b="1" i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Conclusion</a:t>
            </a:r>
          </a:p>
        </p:txBody>
      </p:sp>
    </p:spTree>
    <p:extLst>
      <p:ext uri="{BB962C8B-B14F-4D97-AF65-F5344CB8AC3E}">
        <p14:creationId xmlns:p14="http://schemas.microsoft.com/office/powerpoint/2010/main" val="1275611348"/>
      </p:ext>
    </p:extLst>
  </p:cSld>
  <p:clrMapOvr>
    <a:masterClrMapping/>
  </p:clrMapOvr>
</p:sld>
</file>

<file path=ppt/theme/theme1.xml><?xml version="1.0" encoding="utf-8"?>
<a:theme xmlns:a="http://schemas.openxmlformats.org/drawingml/2006/main" name="Depth">
  <a:themeElements>
    <a:clrScheme name="Depth">
      <a:dk1>
        <a:sysClr val="windowText" lastClr="000000"/>
      </a:dk1>
      <a:lt1>
        <a:sysClr val="window" lastClr="FFFFFF"/>
      </a:lt1>
      <a:dk2>
        <a:srgbClr val="455F51"/>
      </a:dk2>
      <a:lt2>
        <a:srgbClr val="94D7E4"/>
      </a:lt2>
      <a:accent1>
        <a:srgbClr val="41AEBD"/>
      </a:accent1>
      <a:accent2>
        <a:srgbClr val="97E9D5"/>
      </a:accent2>
      <a:accent3>
        <a:srgbClr val="A2CF49"/>
      </a:accent3>
      <a:accent4>
        <a:srgbClr val="608F3D"/>
      </a:accent4>
      <a:accent5>
        <a:srgbClr val="F4DE3A"/>
      </a:accent5>
      <a:accent6>
        <a:srgbClr val="FCB11C"/>
      </a:accent6>
      <a:hlink>
        <a:srgbClr val="FBCA98"/>
      </a:hlink>
      <a:folHlink>
        <a:srgbClr val="D3B86D"/>
      </a:folHlink>
    </a:clrScheme>
    <a:fontScheme name="Depth">
      <a:majorFont>
        <a:latin typeface="Corbel" panose="020B0503020204020204"/>
        <a:ea typeface=""/>
        <a:cs typeface=""/>
        <a:font script="Jpan" typeface="メイリオ"/>
        <a:font script="Hang" typeface="HY엽서L"/>
        <a:font script="Hans" typeface="华文楷体"/>
        <a:font script="Hant" typeface="新細明體"/>
        <a:font script="Arab" typeface="Tahoma"/>
        <a:font script="Hebr" typeface="Miriam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Corbel" panose="020B0503020204020204"/>
        <a:ea typeface=""/>
        <a:cs typeface=""/>
        <a:font script="Jpan" typeface="メイリオ"/>
        <a:font script="Hang" typeface="HY엽서L"/>
        <a:font script="Hans" typeface="华文楷体"/>
        <a:font script="Hant" typeface="新細明體"/>
        <a:font script="Arab" typeface="Tahoma"/>
        <a:font script="Hebr" typeface="Miriam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Depth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Depth" id="{7BEAFC2A-325C-49C4-AC08-2B765DA903F9}" vid="{1735E755-43E6-43AA-ABA2-C989ECC79AF5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TM04033923[[fn=Depth]]</Template>
  <TotalTime>406</TotalTime>
  <Words>1054</Words>
  <Application>Microsoft Office PowerPoint</Application>
  <PresentationFormat>Widescreen</PresentationFormat>
  <Paragraphs>80</Paragraphs>
  <Slides>14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9" baseType="lpstr">
      <vt:lpstr>Arial</vt:lpstr>
      <vt:lpstr>Britannic Bold</vt:lpstr>
      <vt:lpstr>Calibri</vt:lpstr>
      <vt:lpstr>Corbel</vt:lpstr>
      <vt:lpstr>Depth</vt:lpstr>
      <vt:lpstr>PowerPoint Presentation</vt:lpstr>
      <vt:lpstr>Introduction</vt:lpstr>
      <vt:lpstr>Problem Statement</vt:lpstr>
      <vt:lpstr>Project Objectives</vt:lpstr>
      <vt:lpstr>Dataset Overview  The dataset used for this project is the Hotel Booking Dataset from Kaggle. </vt:lpstr>
      <vt:lpstr>Data Preprocessing</vt:lpstr>
      <vt:lpstr>Data Modeling</vt:lpstr>
      <vt:lpstr>Key Performance Indicators</vt:lpstr>
      <vt:lpstr>Revenue Performance Dashboard </vt:lpstr>
      <vt:lpstr>Occupancy &amp; Demand Analysis</vt:lpstr>
      <vt:lpstr>Cancellation Behaviour &amp; Revenue Loss</vt:lpstr>
      <vt:lpstr>Revenue Forecasting Dashboard</vt:lpstr>
      <vt:lpstr>Key Insights and Business Impact</vt:lpstr>
      <vt:lpstr>Thank You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Aiswarya Lakshmi Moravaneni</dc:creator>
  <cp:lastModifiedBy>Aiswarya Lakshmi Moravaneni</cp:lastModifiedBy>
  <cp:revision>1</cp:revision>
  <dcterms:created xsi:type="dcterms:W3CDTF">2026-03-05T15:44:38Z</dcterms:created>
  <dcterms:modified xsi:type="dcterms:W3CDTF">2026-03-16T13:56:47Z</dcterms:modified>
</cp:coreProperties>
</file>